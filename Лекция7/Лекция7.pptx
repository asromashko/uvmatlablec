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sldIdLst>
    <p:sldId id="258" r:id="rId2"/>
    <p:sldId id="296" r:id="rId3"/>
    <p:sldId id="313" r:id="rId4"/>
    <p:sldId id="315" r:id="rId5"/>
    <p:sldId id="316" r:id="rId6"/>
    <p:sldId id="317" r:id="rId7"/>
    <p:sldId id="295" r:id="rId8"/>
    <p:sldId id="304" r:id="rId9"/>
    <p:sldId id="319" r:id="rId10"/>
    <p:sldId id="31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BCE"/>
    <a:srgbClr val="54A3D8"/>
    <a:srgbClr val="EDF583"/>
    <a:srgbClr val="61E995"/>
    <a:srgbClr val="8DEFB2"/>
    <a:srgbClr val="EEB646"/>
    <a:srgbClr val="63CDDF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8AACF-F7CE-4699-9710-58C08EA487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339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34" Type="http://schemas.openxmlformats.org/officeDocument/2006/relationships/image" Target="../media/image5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31" Type="http://schemas.openxmlformats.org/officeDocument/2006/relationships/image" Target="../media/image50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35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9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Движительно-рулевой комплекс подводного аппарата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pic>
        <p:nvPicPr>
          <p:cNvPr id="4" name="Picture 2" descr="01991ed6a0721eec1c31a1b18e03fab82e5edc3b.jpg (1280×720)">
            <a:extLst>
              <a:ext uri="{FF2B5EF4-FFF2-40B4-BE49-F238E27FC236}">
                <a16:creationId xmlns:a16="http://schemas.microsoft.com/office/drawing/2014/main" id="{77005755-955B-4A97-8A9A-0E57078C8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139788"/>
            <a:ext cx="6134100" cy="345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1_4794.jpg (1200×800)">
            <a:extLst>
              <a:ext uri="{FF2B5EF4-FFF2-40B4-BE49-F238E27FC236}">
                <a16:creationId xmlns:a16="http://schemas.microsoft.com/office/drawing/2014/main" id="{9EA39017-78EC-4C03-AEEC-509C30FA3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2496698"/>
            <a:ext cx="62865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0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FC1961-39A0-423C-A525-DF97C555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788901"/>
            <a:ext cx="5910891" cy="478811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Движительно-рулевой комплекс подводного аппарата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2050" name="Picture 2" descr="TeleupravlyaemijneobitaemijpodvodnijapparatMarlin-KN.jpeg-1200x800.jpg (1200×800)">
            <a:extLst>
              <a:ext uri="{FF2B5EF4-FFF2-40B4-BE49-F238E27FC236}">
                <a16:creationId xmlns:a16="http://schemas.microsoft.com/office/drawing/2014/main" id="{81BE7485-1852-4D42-B935-9E60E3D93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0" r="6799" b="5710"/>
          <a:stretch/>
        </p:blipFill>
        <p:spPr bwMode="auto">
          <a:xfrm>
            <a:off x="400049" y="1054100"/>
            <a:ext cx="5594695" cy="418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97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Влияние движителя на подводный аппарат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0A9B7A1-2412-4DD1-A457-B1AF1A396924}"/>
              </a:ext>
            </a:extLst>
          </p:cNvPr>
          <p:cNvSpPr/>
          <p:nvPr/>
        </p:nvSpPr>
        <p:spPr>
          <a:xfrm>
            <a:off x="495300" y="1362369"/>
            <a:ext cx="4248150" cy="2066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E48FA55-1AF3-4814-A98C-D1F291C0C0FE}"/>
              </a:ext>
            </a:extLst>
          </p:cNvPr>
          <p:cNvSpPr/>
          <p:nvPr/>
        </p:nvSpPr>
        <p:spPr>
          <a:xfrm>
            <a:off x="495300" y="4129015"/>
            <a:ext cx="4248150" cy="2066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60C624C-2D89-4415-A56D-0B27ECD5638E}"/>
              </a:ext>
            </a:extLst>
          </p:cNvPr>
          <p:cNvSpPr/>
          <p:nvPr/>
        </p:nvSpPr>
        <p:spPr>
          <a:xfrm>
            <a:off x="5625505" y="1362369"/>
            <a:ext cx="2695573" cy="20666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93F67AD-B513-4453-92CA-20E861279B0C}"/>
              </a:ext>
            </a:extLst>
          </p:cNvPr>
          <p:cNvCxnSpPr/>
          <p:nvPr/>
        </p:nvCxnSpPr>
        <p:spPr>
          <a:xfrm>
            <a:off x="295275" y="5162330"/>
            <a:ext cx="47720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BECA933-D436-478D-9C66-8635DD6084A5}"/>
              </a:ext>
            </a:extLst>
          </p:cNvPr>
          <p:cNvCxnSpPr/>
          <p:nvPr/>
        </p:nvCxnSpPr>
        <p:spPr>
          <a:xfrm>
            <a:off x="233362" y="2366888"/>
            <a:ext cx="47720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7D70C4F-E6A4-426D-978A-203AE07C5B22}"/>
              </a:ext>
            </a:extLst>
          </p:cNvPr>
          <p:cNvCxnSpPr>
            <a:cxnSpLocks/>
          </p:cNvCxnSpPr>
          <p:nvPr/>
        </p:nvCxnSpPr>
        <p:spPr>
          <a:xfrm>
            <a:off x="2619374" y="3905250"/>
            <a:ext cx="0" cy="2600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513E58D-F2C0-4A81-AF0E-FA6771DA2909}"/>
              </a:ext>
            </a:extLst>
          </p:cNvPr>
          <p:cNvCxnSpPr>
            <a:cxnSpLocks/>
          </p:cNvCxnSpPr>
          <p:nvPr/>
        </p:nvCxnSpPr>
        <p:spPr>
          <a:xfrm flipV="1">
            <a:off x="2619374" y="1143000"/>
            <a:ext cx="9524" cy="2619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D092BDDE-0716-4748-A84F-8545063539D5}"/>
              </a:ext>
            </a:extLst>
          </p:cNvPr>
          <p:cNvCxnSpPr>
            <a:cxnSpLocks/>
          </p:cNvCxnSpPr>
          <p:nvPr/>
        </p:nvCxnSpPr>
        <p:spPr>
          <a:xfrm flipV="1">
            <a:off x="6963767" y="1085886"/>
            <a:ext cx="9524" cy="2619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80FE228-8E45-410E-AF5F-831B036089F9}"/>
              </a:ext>
            </a:extLst>
          </p:cNvPr>
          <p:cNvCxnSpPr>
            <a:cxnSpLocks/>
          </p:cNvCxnSpPr>
          <p:nvPr/>
        </p:nvCxnSpPr>
        <p:spPr>
          <a:xfrm>
            <a:off x="5362575" y="2366888"/>
            <a:ext cx="326707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C9767DB-0A78-4FA3-912D-4EFB193AD502}"/>
              </a:ext>
            </a:extLst>
          </p:cNvPr>
          <p:cNvSpPr txBox="1"/>
          <p:nvPr/>
        </p:nvSpPr>
        <p:spPr>
          <a:xfrm>
            <a:off x="4943475" y="5309656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ru-RU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2AEAE3-BD6D-40D2-81DF-9DBD69F9186D}"/>
              </a:ext>
            </a:extLst>
          </p:cNvPr>
          <p:cNvSpPr txBox="1"/>
          <p:nvPr/>
        </p:nvSpPr>
        <p:spPr>
          <a:xfrm>
            <a:off x="2769296" y="6274302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ru-RU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25568-D46C-49E6-85E7-40696A965F6F}"/>
              </a:ext>
            </a:extLst>
          </p:cNvPr>
          <p:cNvSpPr txBox="1"/>
          <p:nvPr/>
        </p:nvSpPr>
        <p:spPr>
          <a:xfrm>
            <a:off x="4829174" y="2389779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ru-RU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7E71AA-CCBE-4265-A42D-63CECB50EA73}"/>
              </a:ext>
            </a:extLst>
          </p:cNvPr>
          <p:cNvSpPr txBox="1"/>
          <p:nvPr/>
        </p:nvSpPr>
        <p:spPr>
          <a:xfrm>
            <a:off x="2764138" y="843112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  <a:endParaRPr lang="ru-RU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181BD1-B75A-4964-BCB2-05C762209BFB}"/>
              </a:ext>
            </a:extLst>
          </p:cNvPr>
          <p:cNvSpPr txBox="1"/>
          <p:nvPr/>
        </p:nvSpPr>
        <p:spPr>
          <a:xfrm>
            <a:off x="7068494" y="816254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  <a:endParaRPr lang="ru-RU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C69B0E-2A9E-4090-A57F-5FBF5B96A7C9}"/>
              </a:ext>
            </a:extLst>
          </p:cNvPr>
          <p:cNvSpPr txBox="1"/>
          <p:nvPr/>
        </p:nvSpPr>
        <p:spPr>
          <a:xfrm>
            <a:off x="8540155" y="2321614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80CE2E-C65F-420D-9C58-928C8BA3B10F}"/>
                  </a:ext>
                </a:extLst>
              </p:cNvPr>
              <p:cNvSpPr txBox="1"/>
              <p:nvPr/>
            </p:nvSpPr>
            <p:spPr>
              <a:xfrm>
                <a:off x="7624895" y="853361"/>
                <a:ext cx="691141" cy="483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80CE2E-C65F-420D-9C58-928C8BA3B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5" y="853361"/>
                <a:ext cx="691141" cy="483274"/>
              </a:xfrm>
              <a:prstGeom prst="rect">
                <a:avLst/>
              </a:prstGeom>
              <a:blipFill>
                <a:blip r:embed="rId2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4495E62E-6129-4D95-99C1-6FAC2F890C31}"/>
              </a:ext>
            </a:extLst>
          </p:cNvPr>
          <p:cNvGrpSpPr/>
          <p:nvPr/>
        </p:nvGrpSpPr>
        <p:grpSpPr>
          <a:xfrm rot="3389447">
            <a:off x="3570873" y="1279241"/>
            <a:ext cx="464890" cy="1021774"/>
            <a:chOff x="9063981" y="3705481"/>
            <a:chExt cx="803919" cy="1609151"/>
          </a:xfrm>
        </p:grpSpPr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3FC7175B-D8E9-4D7A-8F15-2D40AE95D000}"/>
                </a:ext>
              </a:extLst>
            </p:cNvPr>
            <p:cNvSpPr/>
            <p:nvPr/>
          </p:nvSpPr>
          <p:spPr>
            <a:xfrm>
              <a:off x="9063981" y="4352925"/>
              <a:ext cx="803919" cy="36195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CB9F4755-499D-4A4E-8487-C3A9F7C215CC}"/>
                </a:ext>
              </a:extLst>
            </p:cNvPr>
            <p:cNvSpPr/>
            <p:nvPr/>
          </p:nvSpPr>
          <p:spPr>
            <a:xfrm>
              <a:off x="9268767" y="4714875"/>
              <a:ext cx="394345" cy="59975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BE52BA06-97C9-45DB-BDB5-F0101A578B97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 flipH="1" flipV="1">
              <a:off x="9465939" y="3705481"/>
              <a:ext cx="1" cy="160915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BA278567-1CFE-43E1-8CC3-F212780FFE28}"/>
              </a:ext>
            </a:extLst>
          </p:cNvPr>
          <p:cNvGrpSpPr/>
          <p:nvPr/>
        </p:nvGrpSpPr>
        <p:grpSpPr>
          <a:xfrm rot="20530607">
            <a:off x="7482589" y="1093713"/>
            <a:ext cx="464890" cy="1021774"/>
            <a:chOff x="9063981" y="3705481"/>
            <a:chExt cx="803919" cy="1609151"/>
          </a:xfrm>
        </p:grpSpPr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C36493D-CB03-4053-8D85-6B0B57F7BAA4}"/>
                </a:ext>
              </a:extLst>
            </p:cNvPr>
            <p:cNvSpPr/>
            <p:nvPr/>
          </p:nvSpPr>
          <p:spPr>
            <a:xfrm>
              <a:off x="9063981" y="4352925"/>
              <a:ext cx="803919" cy="36195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4C951A70-66D4-4F26-A827-DF62177B2699}"/>
                </a:ext>
              </a:extLst>
            </p:cNvPr>
            <p:cNvSpPr/>
            <p:nvPr/>
          </p:nvSpPr>
          <p:spPr>
            <a:xfrm>
              <a:off x="9268767" y="4714875"/>
              <a:ext cx="394345" cy="59975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D3A41C38-19C4-48D5-BBC3-E241FA868764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 flipH="1" flipV="1">
              <a:off x="9465939" y="3705481"/>
              <a:ext cx="1" cy="160915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5D03CB89-0140-44C9-8F94-5B93C644870B}"/>
              </a:ext>
            </a:extLst>
          </p:cNvPr>
          <p:cNvGrpSpPr/>
          <p:nvPr/>
        </p:nvGrpSpPr>
        <p:grpSpPr>
          <a:xfrm rot="4322862">
            <a:off x="3639570" y="5057208"/>
            <a:ext cx="464890" cy="1021774"/>
            <a:chOff x="9063981" y="3705481"/>
            <a:chExt cx="803919" cy="1609151"/>
          </a:xfrm>
        </p:grpSpPr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85983374-9412-4554-847A-2D0622C117F1}"/>
                </a:ext>
              </a:extLst>
            </p:cNvPr>
            <p:cNvSpPr/>
            <p:nvPr/>
          </p:nvSpPr>
          <p:spPr>
            <a:xfrm>
              <a:off x="9063981" y="4352925"/>
              <a:ext cx="803919" cy="36195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902DDDB9-00FD-432B-8356-682ECAD23A29}"/>
                </a:ext>
              </a:extLst>
            </p:cNvPr>
            <p:cNvSpPr/>
            <p:nvPr/>
          </p:nvSpPr>
          <p:spPr>
            <a:xfrm>
              <a:off x="9268767" y="4714875"/>
              <a:ext cx="394345" cy="59975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51" name="Прямая со стрелкой 50">
              <a:extLst>
                <a:ext uri="{FF2B5EF4-FFF2-40B4-BE49-F238E27FC236}">
                  <a16:creationId xmlns:a16="http://schemas.microsoft.com/office/drawing/2014/main" id="{27BB4B5D-072A-4208-AF9E-97D3C0DADF31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 flipH="1" flipV="1">
              <a:off x="9465939" y="3705481"/>
              <a:ext cx="1" cy="160915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F9ABEE1-24CC-4A4A-807D-0455E39DA589}"/>
              </a:ext>
            </a:extLst>
          </p:cNvPr>
          <p:cNvSpPr txBox="1"/>
          <p:nvPr/>
        </p:nvSpPr>
        <p:spPr>
          <a:xfrm>
            <a:off x="8745263" y="1004562"/>
            <a:ext cx="3267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Передаточная функция движителя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487C0D-2368-4133-BC3C-80A2E51CFE89}"/>
                  </a:ext>
                </a:extLst>
              </p:cNvPr>
              <p:cNvSpPr txBox="1"/>
              <p:nvPr/>
            </p:nvSpPr>
            <p:spPr>
              <a:xfrm>
                <a:off x="8756843" y="1787277"/>
                <a:ext cx="3193655" cy="974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  <m:t>дв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𝑇𝑝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487C0D-2368-4133-BC3C-80A2E51CF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843" y="1787277"/>
                <a:ext cx="3193655" cy="974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724E5DC7-4245-4281-8024-6458B124C65B}"/>
              </a:ext>
            </a:extLst>
          </p:cNvPr>
          <p:cNvCxnSpPr>
            <a:cxnSpLocks/>
          </p:cNvCxnSpPr>
          <p:nvPr/>
        </p:nvCxnSpPr>
        <p:spPr>
          <a:xfrm flipV="1">
            <a:off x="2364678" y="2055740"/>
            <a:ext cx="1021323" cy="67524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Дуга 69">
            <a:extLst>
              <a:ext uri="{FF2B5EF4-FFF2-40B4-BE49-F238E27FC236}">
                <a16:creationId xmlns:a16="http://schemas.microsoft.com/office/drawing/2014/main" id="{3A495384-0B60-46DF-9AA4-4A01F540B32C}"/>
              </a:ext>
            </a:extLst>
          </p:cNvPr>
          <p:cNvSpPr/>
          <p:nvPr/>
        </p:nvSpPr>
        <p:spPr>
          <a:xfrm rot="18547440">
            <a:off x="2175917" y="1727572"/>
            <a:ext cx="1464903" cy="1176411"/>
          </a:xfrm>
          <a:prstGeom prst="arc">
            <a:avLst>
              <a:gd name="adj1" fmla="val 17596488"/>
              <a:gd name="adj2" fmla="val 1317405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Дуга 71">
            <a:extLst>
              <a:ext uri="{FF2B5EF4-FFF2-40B4-BE49-F238E27FC236}">
                <a16:creationId xmlns:a16="http://schemas.microsoft.com/office/drawing/2014/main" id="{4DE1CE92-DD71-48E1-8D6E-6C5AA9392D6E}"/>
              </a:ext>
            </a:extLst>
          </p:cNvPr>
          <p:cNvSpPr/>
          <p:nvPr/>
        </p:nvSpPr>
        <p:spPr>
          <a:xfrm rot="19733427">
            <a:off x="7213157" y="1920297"/>
            <a:ext cx="1292240" cy="1078589"/>
          </a:xfrm>
          <a:prstGeom prst="arc">
            <a:avLst>
              <a:gd name="adj1" fmla="val 17778692"/>
              <a:gd name="adj2" fmla="val 1317405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Дуга 72">
            <a:extLst>
              <a:ext uri="{FF2B5EF4-FFF2-40B4-BE49-F238E27FC236}">
                <a16:creationId xmlns:a16="http://schemas.microsoft.com/office/drawing/2014/main" id="{A48E9DF1-29C0-40D5-BB5A-90A4556E77A9}"/>
              </a:ext>
            </a:extLst>
          </p:cNvPr>
          <p:cNvSpPr/>
          <p:nvPr/>
        </p:nvSpPr>
        <p:spPr>
          <a:xfrm rot="19733427">
            <a:off x="3173767" y="1837602"/>
            <a:ext cx="1292240" cy="1078589"/>
          </a:xfrm>
          <a:prstGeom prst="arc">
            <a:avLst>
              <a:gd name="adj1" fmla="val 17778692"/>
              <a:gd name="adj2" fmla="val 17319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606DACB-DCC4-4604-8CC4-219F7FD4027D}"/>
                  </a:ext>
                </a:extLst>
              </p:cNvPr>
              <p:cNvSpPr txBox="1"/>
              <p:nvPr/>
            </p:nvSpPr>
            <p:spPr>
              <a:xfrm>
                <a:off x="1943055" y="1561266"/>
                <a:ext cx="4857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606DACB-DCC4-4604-8CC4-219F7FD40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055" y="1561266"/>
                <a:ext cx="48577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10021A0-D36C-4759-9A79-8C8405113D6A}"/>
                  </a:ext>
                </a:extLst>
              </p:cNvPr>
              <p:cNvSpPr txBox="1"/>
              <p:nvPr/>
            </p:nvSpPr>
            <p:spPr>
              <a:xfrm>
                <a:off x="2081789" y="4173860"/>
                <a:ext cx="485777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10021A0-D36C-4759-9A79-8C8405113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789" y="4173860"/>
                <a:ext cx="485777" cy="49084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92AE623-F3B9-46E4-A9EB-4B977BE8392E}"/>
                  </a:ext>
                </a:extLst>
              </p:cNvPr>
              <p:cNvSpPr txBox="1"/>
              <p:nvPr/>
            </p:nvSpPr>
            <p:spPr>
              <a:xfrm rot="20860465">
                <a:off x="7103814" y="1775655"/>
                <a:ext cx="4857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92AE623-F3B9-46E4-A9EB-4B977BE83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60465">
                <a:off x="7103814" y="1775655"/>
                <a:ext cx="48577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60F176F-8700-4ECC-B985-BA424ED3004D}"/>
                  </a:ext>
                </a:extLst>
              </p:cNvPr>
              <p:cNvSpPr txBox="1"/>
              <p:nvPr/>
            </p:nvSpPr>
            <p:spPr>
              <a:xfrm>
                <a:off x="8297421" y="1624745"/>
                <a:ext cx="4857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60F176F-8700-4ECC-B985-BA424ED30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421" y="1624745"/>
                <a:ext cx="48577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4719E74-2783-46B2-811C-99843CE62613}"/>
                  </a:ext>
                </a:extLst>
              </p:cNvPr>
              <p:cNvSpPr txBox="1"/>
              <p:nvPr/>
            </p:nvSpPr>
            <p:spPr>
              <a:xfrm>
                <a:off x="4201532" y="1510537"/>
                <a:ext cx="4857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4719E74-2783-46B2-811C-99843CE62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532" y="1510537"/>
                <a:ext cx="48577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86A8F07-4B85-4BE5-80F8-2C396025DF88}"/>
                  </a:ext>
                </a:extLst>
              </p:cNvPr>
              <p:cNvSpPr txBox="1"/>
              <p:nvPr/>
            </p:nvSpPr>
            <p:spPr>
              <a:xfrm>
                <a:off x="3039847" y="1232335"/>
                <a:ext cx="485777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86A8F07-4B85-4BE5-80F8-2C396025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847" y="1232335"/>
                <a:ext cx="485777" cy="490840"/>
              </a:xfrm>
              <a:prstGeom prst="rect">
                <a:avLst/>
              </a:prstGeom>
              <a:blipFill>
                <a:blip r:embed="rId9"/>
                <a:stretch>
                  <a:fillRect r="-2532" b="-61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097C2EC-7831-4C08-9D99-16D8D4A8A3BF}"/>
                  </a:ext>
                </a:extLst>
              </p:cNvPr>
              <p:cNvSpPr txBox="1"/>
              <p:nvPr/>
            </p:nvSpPr>
            <p:spPr>
              <a:xfrm>
                <a:off x="5625505" y="4898914"/>
                <a:ext cx="2595898" cy="483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097C2EC-7831-4C08-9D99-16D8D4A8A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505" y="4898914"/>
                <a:ext cx="2595898" cy="483274"/>
              </a:xfrm>
              <a:prstGeom prst="rect">
                <a:avLst/>
              </a:prstGeom>
              <a:blipFill>
                <a:blip r:embed="rId10"/>
                <a:stretch>
                  <a:fillRect b="-139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05D4108-809B-4707-BCD2-0876437A5F64}"/>
                  </a:ext>
                </a:extLst>
              </p:cNvPr>
              <p:cNvSpPr txBox="1"/>
              <p:nvPr/>
            </p:nvSpPr>
            <p:spPr>
              <a:xfrm>
                <a:off x="5625504" y="5352393"/>
                <a:ext cx="2578201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05D4108-809B-4707-BCD2-0876437A5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504" y="5352393"/>
                <a:ext cx="2578201" cy="490840"/>
              </a:xfrm>
              <a:prstGeom prst="rect">
                <a:avLst/>
              </a:prstGeom>
              <a:blipFill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1070E52-CB22-4D36-A960-6B192F5044CC}"/>
                  </a:ext>
                </a:extLst>
              </p:cNvPr>
              <p:cNvSpPr txBox="1"/>
              <p:nvPr/>
            </p:nvSpPr>
            <p:spPr>
              <a:xfrm>
                <a:off x="5691699" y="5786900"/>
                <a:ext cx="2671481" cy="483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1070E52-CB22-4D36-A960-6B192F504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699" y="5786900"/>
                <a:ext cx="2671481" cy="483274"/>
              </a:xfrm>
              <a:prstGeom prst="rect">
                <a:avLst/>
              </a:prstGeom>
              <a:blipFill>
                <a:blip r:embed="rId1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188399F7-9073-42CF-BFFA-658FD79693A6}"/>
              </a:ext>
            </a:extLst>
          </p:cNvPr>
          <p:cNvCxnSpPr>
            <a:cxnSpLocks/>
          </p:cNvCxnSpPr>
          <p:nvPr/>
        </p:nvCxnSpPr>
        <p:spPr>
          <a:xfrm>
            <a:off x="2351489" y="2031479"/>
            <a:ext cx="272605" cy="33406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8CFB9FC8-14A7-4FF8-BC2C-452CDFF79E9A}"/>
              </a:ext>
            </a:extLst>
          </p:cNvPr>
          <p:cNvCxnSpPr>
            <a:cxnSpLocks/>
          </p:cNvCxnSpPr>
          <p:nvPr/>
        </p:nvCxnSpPr>
        <p:spPr>
          <a:xfrm flipH="1" flipV="1">
            <a:off x="2714543" y="2484872"/>
            <a:ext cx="248254" cy="332179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id="{103F4A18-08F3-4C30-83B0-8F07C029BAC0}"/>
              </a:ext>
            </a:extLst>
          </p:cNvPr>
          <p:cNvCxnSpPr>
            <a:cxnSpLocks/>
          </p:cNvCxnSpPr>
          <p:nvPr/>
        </p:nvCxnSpPr>
        <p:spPr>
          <a:xfrm>
            <a:off x="2621465" y="2360599"/>
            <a:ext cx="103419" cy="136324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>
            <a:extLst>
              <a:ext uri="{FF2B5EF4-FFF2-40B4-BE49-F238E27FC236}">
                <a16:creationId xmlns:a16="http://schemas.microsoft.com/office/drawing/2014/main" id="{4D667A24-6D58-46E1-9850-A01A7B95C8AB}"/>
              </a:ext>
            </a:extLst>
          </p:cNvPr>
          <p:cNvCxnSpPr>
            <a:cxnSpLocks/>
          </p:cNvCxnSpPr>
          <p:nvPr/>
        </p:nvCxnSpPr>
        <p:spPr>
          <a:xfrm>
            <a:off x="1969642" y="2029508"/>
            <a:ext cx="38291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>
            <a:extLst>
              <a:ext uri="{FF2B5EF4-FFF2-40B4-BE49-F238E27FC236}">
                <a16:creationId xmlns:a16="http://schemas.microsoft.com/office/drawing/2014/main" id="{68C5897B-0B3C-4838-A503-94DEEB6513AD}"/>
              </a:ext>
            </a:extLst>
          </p:cNvPr>
          <p:cNvCxnSpPr>
            <a:cxnSpLocks/>
          </p:cNvCxnSpPr>
          <p:nvPr/>
        </p:nvCxnSpPr>
        <p:spPr>
          <a:xfrm flipV="1">
            <a:off x="2228850" y="5725565"/>
            <a:ext cx="1145826" cy="31867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единительная линия 106">
            <a:extLst>
              <a:ext uri="{FF2B5EF4-FFF2-40B4-BE49-F238E27FC236}">
                <a16:creationId xmlns:a16="http://schemas.microsoft.com/office/drawing/2014/main" id="{8946A284-5F0E-4424-AF3F-68416333ACC7}"/>
              </a:ext>
            </a:extLst>
          </p:cNvPr>
          <p:cNvCxnSpPr>
            <a:cxnSpLocks/>
          </p:cNvCxnSpPr>
          <p:nvPr/>
        </p:nvCxnSpPr>
        <p:spPr>
          <a:xfrm>
            <a:off x="2621465" y="5168662"/>
            <a:ext cx="180298" cy="716239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798B9E22-087B-498C-86BF-4DFE2D312E7B}"/>
              </a:ext>
            </a:extLst>
          </p:cNvPr>
          <p:cNvCxnSpPr>
            <a:cxnSpLocks/>
          </p:cNvCxnSpPr>
          <p:nvPr/>
        </p:nvCxnSpPr>
        <p:spPr>
          <a:xfrm flipH="1" flipV="1">
            <a:off x="2801763" y="5878149"/>
            <a:ext cx="71135" cy="275555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0D167E07-5D01-492E-AB06-803DBE6E1885}"/>
              </a:ext>
            </a:extLst>
          </p:cNvPr>
          <p:cNvCxnSpPr>
            <a:cxnSpLocks/>
          </p:cNvCxnSpPr>
          <p:nvPr/>
        </p:nvCxnSpPr>
        <p:spPr>
          <a:xfrm>
            <a:off x="2484118" y="4645292"/>
            <a:ext cx="133166" cy="507512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единительная линия 111">
            <a:extLst>
              <a:ext uri="{FF2B5EF4-FFF2-40B4-BE49-F238E27FC236}">
                <a16:creationId xmlns:a16="http://schemas.microsoft.com/office/drawing/2014/main" id="{07FD25ED-83C6-49E6-AC13-AA517EAC9107}"/>
              </a:ext>
            </a:extLst>
          </p:cNvPr>
          <p:cNvCxnSpPr>
            <a:cxnSpLocks/>
          </p:cNvCxnSpPr>
          <p:nvPr/>
        </p:nvCxnSpPr>
        <p:spPr>
          <a:xfrm>
            <a:off x="2095365" y="4664890"/>
            <a:ext cx="38291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единительная линия 113">
            <a:extLst>
              <a:ext uri="{FF2B5EF4-FFF2-40B4-BE49-F238E27FC236}">
                <a16:creationId xmlns:a16="http://schemas.microsoft.com/office/drawing/2014/main" id="{BCBDD0E6-BEDC-4A5C-8907-6C4641126383}"/>
              </a:ext>
            </a:extLst>
          </p:cNvPr>
          <p:cNvCxnSpPr>
            <a:cxnSpLocks/>
            <a:endCxn id="46" idx="2"/>
          </p:cNvCxnSpPr>
          <p:nvPr/>
        </p:nvCxnSpPr>
        <p:spPr>
          <a:xfrm flipH="1" flipV="1">
            <a:off x="7871407" y="2090967"/>
            <a:ext cx="176065" cy="54285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единительная линия 116">
            <a:extLst>
              <a:ext uri="{FF2B5EF4-FFF2-40B4-BE49-F238E27FC236}">
                <a16:creationId xmlns:a16="http://schemas.microsoft.com/office/drawing/2014/main" id="{B1AA9B58-B07E-4E16-9737-0A1244F5ACC8}"/>
              </a:ext>
            </a:extLst>
          </p:cNvPr>
          <p:cNvCxnSpPr>
            <a:cxnSpLocks/>
          </p:cNvCxnSpPr>
          <p:nvPr/>
        </p:nvCxnSpPr>
        <p:spPr>
          <a:xfrm flipV="1">
            <a:off x="6968529" y="2155357"/>
            <a:ext cx="902878" cy="19606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>
            <a:extLst>
              <a:ext uri="{FF2B5EF4-FFF2-40B4-BE49-F238E27FC236}">
                <a16:creationId xmlns:a16="http://schemas.microsoft.com/office/drawing/2014/main" id="{3E9444AA-503E-4D8C-B809-7B37789954FD}"/>
              </a:ext>
            </a:extLst>
          </p:cNvPr>
          <p:cNvCxnSpPr>
            <a:cxnSpLocks/>
          </p:cNvCxnSpPr>
          <p:nvPr/>
        </p:nvCxnSpPr>
        <p:spPr>
          <a:xfrm flipH="1">
            <a:off x="7869272" y="2063941"/>
            <a:ext cx="334437" cy="86689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1C32A250-0B4F-43BA-86FF-FC4809872B7E}"/>
              </a:ext>
            </a:extLst>
          </p:cNvPr>
          <p:cNvCxnSpPr>
            <a:cxnSpLocks/>
          </p:cNvCxnSpPr>
          <p:nvPr/>
        </p:nvCxnSpPr>
        <p:spPr>
          <a:xfrm flipV="1">
            <a:off x="6490505" y="2351425"/>
            <a:ext cx="478823" cy="11873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E5731F5-A69D-4334-A8B3-6AB099EE2389}"/>
                  </a:ext>
                </a:extLst>
              </p:cNvPr>
              <p:cNvSpPr txBox="1"/>
              <p:nvPr/>
            </p:nvSpPr>
            <p:spPr>
              <a:xfrm>
                <a:off x="9250124" y="4873214"/>
                <a:ext cx="1894126" cy="483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E5731F5-A69D-4334-A8B3-6AB099EE2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124" y="4873214"/>
                <a:ext cx="1894126" cy="483274"/>
              </a:xfrm>
              <a:prstGeom prst="rect">
                <a:avLst/>
              </a:prstGeom>
              <a:blipFill>
                <a:blip r:embed="rId1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AC1BBC8-15F4-4F5B-B1AD-38AF119EFB14}"/>
                  </a:ext>
                </a:extLst>
              </p:cNvPr>
              <p:cNvSpPr txBox="1"/>
              <p:nvPr/>
            </p:nvSpPr>
            <p:spPr>
              <a:xfrm>
                <a:off x="9256232" y="5282072"/>
                <a:ext cx="1888018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AC1BBC8-15F4-4F5B-B1AD-38AF119EF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232" y="5282072"/>
                <a:ext cx="1888018" cy="490840"/>
              </a:xfrm>
              <a:prstGeom prst="rect">
                <a:avLst/>
              </a:prstGeom>
              <a:blipFill>
                <a:blip r:embed="rId14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464C1C9-3364-4299-8A98-876A8929BA9A}"/>
                  </a:ext>
                </a:extLst>
              </p:cNvPr>
              <p:cNvSpPr txBox="1"/>
              <p:nvPr/>
            </p:nvSpPr>
            <p:spPr>
              <a:xfrm>
                <a:off x="9256232" y="5716591"/>
                <a:ext cx="1680806" cy="483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464C1C9-3364-4299-8A98-876A8929B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232" y="5716591"/>
                <a:ext cx="1680806" cy="483274"/>
              </a:xfrm>
              <a:prstGeom prst="rect">
                <a:avLst/>
              </a:prstGeom>
              <a:blipFill>
                <a:blip r:embed="rId15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TextBox 134">
            <a:extLst>
              <a:ext uri="{FF2B5EF4-FFF2-40B4-BE49-F238E27FC236}">
                <a16:creationId xmlns:a16="http://schemas.microsoft.com/office/drawing/2014/main" id="{4A3FEFE7-2FAD-42AB-9BEE-855BC70DB4C1}"/>
              </a:ext>
            </a:extLst>
          </p:cNvPr>
          <p:cNvSpPr txBox="1"/>
          <p:nvPr/>
        </p:nvSpPr>
        <p:spPr>
          <a:xfrm>
            <a:off x="4923847" y="4073668"/>
            <a:ext cx="3705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Силы, создаваемые движителем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BD71FEC-46E8-413C-AE58-CB3745CE60E2}"/>
              </a:ext>
            </a:extLst>
          </p:cNvPr>
          <p:cNvSpPr txBox="1"/>
          <p:nvPr/>
        </p:nvSpPr>
        <p:spPr>
          <a:xfrm>
            <a:off x="8390143" y="4070377"/>
            <a:ext cx="3408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Моменты, создаваемые движителем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F90CB775-C89A-4CB1-9BB7-3A06144E4CE0}"/>
                  </a:ext>
                </a:extLst>
              </p:cNvPr>
              <p:cNvSpPr txBox="1"/>
              <p:nvPr/>
            </p:nvSpPr>
            <p:spPr>
              <a:xfrm>
                <a:off x="3788554" y="910527"/>
                <a:ext cx="691141" cy="483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F90CB775-C89A-4CB1-9BB7-3A06144E4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554" y="910527"/>
                <a:ext cx="691141" cy="483274"/>
              </a:xfrm>
              <a:prstGeom prst="rect">
                <a:avLst/>
              </a:prstGeom>
              <a:blipFill>
                <a:blip r:embed="rId1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36EBAA1-A286-49A7-8F0B-53072B6028B4}"/>
                  </a:ext>
                </a:extLst>
              </p:cNvPr>
              <p:cNvSpPr txBox="1"/>
              <p:nvPr/>
            </p:nvSpPr>
            <p:spPr>
              <a:xfrm>
                <a:off x="4052787" y="5464199"/>
                <a:ext cx="691141" cy="483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36EBAA1-A286-49A7-8F0B-53072B602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787" y="5464199"/>
                <a:ext cx="691141" cy="483274"/>
              </a:xfrm>
              <a:prstGeom prst="rect">
                <a:avLst/>
              </a:prstGeom>
              <a:blipFill>
                <a:blip r:embed="rId1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4815CF6-029B-4D13-842B-FDF4E89DB339}"/>
                  </a:ext>
                </a:extLst>
              </p:cNvPr>
              <p:cNvSpPr txBox="1"/>
              <p:nvPr/>
            </p:nvSpPr>
            <p:spPr>
              <a:xfrm>
                <a:off x="9250124" y="3302782"/>
                <a:ext cx="2268429" cy="548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4815CF6-029B-4D13-842B-FDF4E89DB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124" y="3302782"/>
                <a:ext cx="2268429" cy="5484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2" name="Стрелка: вниз 2051">
            <a:extLst>
              <a:ext uri="{FF2B5EF4-FFF2-40B4-BE49-F238E27FC236}">
                <a16:creationId xmlns:a16="http://schemas.microsoft.com/office/drawing/2014/main" id="{E6A772EF-8AC2-4831-A627-96B321AA67AC}"/>
              </a:ext>
            </a:extLst>
          </p:cNvPr>
          <p:cNvSpPr/>
          <p:nvPr/>
        </p:nvSpPr>
        <p:spPr>
          <a:xfrm>
            <a:off x="10090527" y="2851444"/>
            <a:ext cx="714623" cy="448047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143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движительно-рулевого комплекса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Блок-схема: знак завершения 4">
            <a:extLst>
              <a:ext uri="{FF2B5EF4-FFF2-40B4-BE49-F238E27FC236}">
                <a16:creationId xmlns:a16="http://schemas.microsoft.com/office/drawing/2014/main" id="{0ED495BB-1554-45C0-8E5F-1F94C289BF2E}"/>
              </a:ext>
            </a:extLst>
          </p:cNvPr>
          <p:cNvSpPr/>
          <p:nvPr/>
        </p:nvSpPr>
        <p:spPr>
          <a:xfrm>
            <a:off x="909760" y="1503263"/>
            <a:ext cx="3343275" cy="704850"/>
          </a:xfrm>
          <a:prstGeom prst="flowChartTermina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знак завершения 8">
            <a:extLst>
              <a:ext uri="{FF2B5EF4-FFF2-40B4-BE49-F238E27FC236}">
                <a16:creationId xmlns:a16="http://schemas.microsoft.com/office/drawing/2014/main" id="{3B5AD587-6141-47F8-AD18-FAB78A5C230E}"/>
              </a:ext>
            </a:extLst>
          </p:cNvPr>
          <p:cNvSpPr/>
          <p:nvPr/>
        </p:nvSpPr>
        <p:spPr>
          <a:xfrm>
            <a:off x="909759" y="3309801"/>
            <a:ext cx="3343275" cy="704850"/>
          </a:xfrm>
          <a:prstGeom prst="flowChartTermina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CC7939B5-E1A3-42FF-990F-C1C9441522C0}"/>
              </a:ext>
            </a:extLst>
          </p:cNvPr>
          <p:cNvCxnSpPr>
            <a:cxnSpLocks/>
          </p:cNvCxnSpPr>
          <p:nvPr/>
        </p:nvCxnSpPr>
        <p:spPr>
          <a:xfrm>
            <a:off x="557335" y="1850851"/>
            <a:ext cx="41284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DB74717-1A98-41A8-AA21-E0695C06810F}"/>
              </a:ext>
            </a:extLst>
          </p:cNvPr>
          <p:cNvCxnSpPr>
            <a:cxnSpLocks/>
          </p:cNvCxnSpPr>
          <p:nvPr/>
        </p:nvCxnSpPr>
        <p:spPr>
          <a:xfrm>
            <a:off x="557335" y="3660601"/>
            <a:ext cx="41284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CAE42B9-55D0-45AA-ADD4-61673E1FED29}"/>
              </a:ext>
            </a:extLst>
          </p:cNvPr>
          <p:cNvCxnSpPr>
            <a:cxnSpLocks/>
          </p:cNvCxnSpPr>
          <p:nvPr/>
        </p:nvCxnSpPr>
        <p:spPr>
          <a:xfrm flipH="1">
            <a:off x="2586160" y="2955826"/>
            <a:ext cx="9525" cy="15097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D0D5981-20F2-4B98-A8AE-661D95AAD25A}"/>
              </a:ext>
            </a:extLst>
          </p:cNvPr>
          <p:cNvCxnSpPr>
            <a:cxnSpLocks/>
          </p:cNvCxnSpPr>
          <p:nvPr/>
        </p:nvCxnSpPr>
        <p:spPr>
          <a:xfrm flipV="1">
            <a:off x="2605210" y="1137156"/>
            <a:ext cx="0" cy="14483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0A55D9-BEF9-49EA-B848-A5369DFBE630}"/>
              </a:ext>
            </a:extLst>
          </p:cNvPr>
          <p:cNvSpPr txBox="1"/>
          <p:nvPr/>
        </p:nvSpPr>
        <p:spPr>
          <a:xfrm>
            <a:off x="4406247" y="3679738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ru-R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4657C8-4E00-4FD3-AA71-0F15B0542766}"/>
              </a:ext>
            </a:extLst>
          </p:cNvPr>
          <p:cNvSpPr txBox="1"/>
          <p:nvPr/>
        </p:nvSpPr>
        <p:spPr>
          <a:xfrm>
            <a:off x="2640775" y="4277265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ru-R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7E9ECD-A50E-490E-8A09-F4B5182848A4}"/>
              </a:ext>
            </a:extLst>
          </p:cNvPr>
          <p:cNvSpPr txBox="1"/>
          <p:nvPr/>
        </p:nvSpPr>
        <p:spPr>
          <a:xfrm>
            <a:off x="4434009" y="1372592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ru-RU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EBC2A3-45F1-4F0B-8A10-FFB95C822D56}"/>
              </a:ext>
            </a:extLst>
          </p:cNvPr>
          <p:cNvSpPr txBox="1"/>
          <p:nvPr/>
        </p:nvSpPr>
        <p:spPr>
          <a:xfrm>
            <a:off x="2647660" y="906322"/>
            <a:ext cx="3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  <a:endParaRPr lang="ru-RU" sz="2400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1D46160B-335F-4163-8D81-62AB8367B960}"/>
              </a:ext>
            </a:extLst>
          </p:cNvPr>
          <p:cNvGrpSpPr/>
          <p:nvPr/>
        </p:nvGrpSpPr>
        <p:grpSpPr>
          <a:xfrm rot="16200000">
            <a:off x="467767" y="1339963"/>
            <a:ext cx="464890" cy="1021774"/>
            <a:chOff x="9063981" y="3705481"/>
            <a:chExt cx="803919" cy="1609151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C159DB5-7E59-41B4-BDA4-FDC67F2B5616}"/>
                </a:ext>
              </a:extLst>
            </p:cNvPr>
            <p:cNvSpPr/>
            <p:nvPr/>
          </p:nvSpPr>
          <p:spPr>
            <a:xfrm>
              <a:off x="9063981" y="4352925"/>
              <a:ext cx="803919" cy="36195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C02A32E-8315-470A-BEF3-7E8E1A975F58}"/>
                </a:ext>
              </a:extLst>
            </p:cNvPr>
            <p:cNvSpPr/>
            <p:nvPr/>
          </p:nvSpPr>
          <p:spPr>
            <a:xfrm>
              <a:off x="9268767" y="4714875"/>
              <a:ext cx="394345" cy="59975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7D854438-0315-462F-8551-3CE3075E0D72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flipH="1" flipV="1">
              <a:off x="9465939" y="3705481"/>
              <a:ext cx="1" cy="160915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02D1407-0BBF-4A09-A892-3B03C2B41CB2}"/>
              </a:ext>
            </a:extLst>
          </p:cNvPr>
          <p:cNvGrpSpPr/>
          <p:nvPr/>
        </p:nvGrpSpPr>
        <p:grpSpPr>
          <a:xfrm rot="16200000">
            <a:off x="482907" y="3140909"/>
            <a:ext cx="464890" cy="1021774"/>
            <a:chOff x="9063981" y="3705481"/>
            <a:chExt cx="803919" cy="1609151"/>
          </a:xfrm>
        </p:grpSpPr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E9F2A0A4-A3AD-4880-914E-123B6029B3B4}"/>
                </a:ext>
              </a:extLst>
            </p:cNvPr>
            <p:cNvSpPr/>
            <p:nvPr/>
          </p:nvSpPr>
          <p:spPr>
            <a:xfrm>
              <a:off x="9063981" y="4352925"/>
              <a:ext cx="803919" cy="36195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06E9CD8E-CEAA-4385-B019-93AAFE596257}"/>
                </a:ext>
              </a:extLst>
            </p:cNvPr>
            <p:cNvSpPr/>
            <p:nvPr/>
          </p:nvSpPr>
          <p:spPr>
            <a:xfrm>
              <a:off x="9268767" y="4714875"/>
              <a:ext cx="394345" cy="59975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97D167B8-4F6B-45EF-9ACA-F0925F332B6C}"/>
                </a:ext>
              </a:extLst>
            </p:cNvPr>
            <p:cNvCxnSpPr>
              <a:cxnSpLocks/>
              <a:stCxn id="34" idx="2"/>
            </p:cNvCxnSpPr>
            <p:nvPr/>
          </p:nvCxnSpPr>
          <p:spPr>
            <a:xfrm flipH="1" flipV="1">
              <a:off x="9465939" y="3705481"/>
              <a:ext cx="1" cy="160915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9F4E85C7-7230-4303-A1EB-048FCF3D2D41}"/>
              </a:ext>
            </a:extLst>
          </p:cNvPr>
          <p:cNvGrpSpPr/>
          <p:nvPr/>
        </p:nvGrpSpPr>
        <p:grpSpPr>
          <a:xfrm>
            <a:off x="3201437" y="1156301"/>
            <a:ext cx="464890" cy="1021774"/>
            <a:chOff x="9063981" y="3705481"/>
            <a:chExt cx="803919" cy="1609151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55B549D0-CF00-4523-B9D4-639A10A527D0}"/>
                </a:ext>
              </a:extLst>
            </p:cNvPr>
            <p:cNvSpPr/>
            <p:nvPr/>
          </p:nvSpPr>
          <p:spPr>
            <a:xfrm>
              <a:off x="9063981" y="4352925"/>
              <a:ext cx="803919" cy="36195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0BB13261-8958-4E5B-8FF5-7A29AF2FF4D6}"/>
                </a:ext>
              </a:extLst>
            </p:cNvPr>
            <p:cNvSpPr/>
            <p:nvPr/>
          </p:nvSpPr>
          <p:spPr>
            <a:xfrm>
              <a:off x="9268767" y="4714875"/>
              <a:ext cx="394345" cy="59975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9" name="Прямая со стрелкой 38">
              <a:extLst>
                <a:ext uri="{FF2B5EF4-FFF2-40B4-BE49-F238E27FC236}">
                  <a16:creationId xmlns:a16="http://schemas.microsoft.com/office/drawing/2014/main" id="{C94E1993-7938-4A69-AD6D-B1DD552C89B9}"/>
                </a:ext>
              </a:extLst>
            </p:cNvPr>
            <p:cNvCxnSpPr>
              <a:cxnSpLocks/>
              <a:stCxn id="38" idx="2"/>
            </p:cNvCxnSpPr>
            <p:nvPr/>
          </p:nvCxnSpPr>
          <p:spPr>
            <a:xfrm flipH="1" flipV="1">
              <a:off x="9465939" y="3705481"/>
              <a:ext cx="1" cy="160915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6993A9BE-6DA3-446D-A8F9-A30ACF5E58F7}"/>
              </a:ext>
            </a:extLst>
          </p:cNvPr>
          <p:cNvGrpSpPr/>
          <p:nvPr/>
        </p:nvGrpSpPr>
        <p:grpSpPr>
          <a:xfrm rot="10800000">
            <a:off x="3201438" y="3373354"/>
            <a:ext cx="464890" cy="1021774"/>
            <a:chOff x="9063981" y="3705481"/>
            <a:chExt cx="803919" cy="1609151"/>
          </a:xfrm>
        </p:grpSpPr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2CBBF159-7FB4-42F7-912F-3E11BBE749A6}"/>
                </a:ext>
              </a:extLst>
            </p:cNvPr>
            <p:cNvSpPr/>
            <p:nvPr/>
          </p:nvSpPr>
          <p:spPr>
            <a:xfrm>
              <a:off x="9063981" y="4352925"/>
              <a:ext cx="803919" cy="36195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DCFAA5BD-2E0B-449D-9361-2B82992530A9}"/>
                </a:ext>
              </a:extLst>
            </p:cNvPr>
            <p:cNvSpPr/>
            <p:nvPr/>
          </p:nvSpPr>
          <p:spPr>
            <a:xfrm>
              <a:off x="9268767" y="4714875"/>
              <a:ext cx="394345" cy="59975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4C154FAD-E94F-4C1A-95C5-B241CDC720FD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 flipH="1" flipV="1">
              <a:off x="9465939" y="3705481"/>
              <a:ext cx="1" cy="160915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F5420B7-2EF4-4B33-BCDF-6C78672CABFC}"/>
                  </a:ext>
                </a:extLst>
              </p:cNvPr>
              <p:cNvSpPr txBox="1"/>
              <p:nvPr/>
            </p:nvSpPr>
            <p:spPr>
              <a:xfrm>
                <a:off x="61746" y="1131549"/>
                <a:ext cx="6911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F5420B7-2EF4-4B33-BCDF-6C78672CA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6" y="1131549"/>
                <a:ext cx="691141" cy="461665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1DEC757-16E2-41AE-9689-B6E7078C527C}"/>
                  </a:ext>
                </a:extLst>
              </p:cNvPr>
              <p:cNvSpPr txBox="1"/>
              <p:nvPr/>
            </p:nvSpPr>
            <p:spPr>
              <a:xfrm>
                <a:off x="32938" y="3019133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1DEC757-16E2-41AE-9689-B6E7078C5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8" y="3019133"/>
                <a:ext cx="662567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C949202-380E-46DC-BC16-DDED85766AC6}"/>
                  </a:ext>
                </a:extLst>
              </p:cNvPr>
              <p:cNvSpPr txBox="1"/>
              <p:nvPr/>
            </p:nvSpPr>
            <p:spPr>
              <a:xfrm>
                <a:off x="3512175" y="999609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C949202-380E-46DC-BC16-DDED85766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175" y="999609"/>
                <a:ext cx="662567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8260EE5-64C8-4D6B-AD47-C004BF1BAEC9}"/>
                  </a:ext>
                </a:extLst>
              </p:cNvPr>
              <p:cNvSpPr txBox="1"/>
              <p:nvPr/>
            </p:nvSpPr>
            <p:spPr>
              <a:xfrm>
                <a:off x="3448862" y="4053483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8260EE5-64C8-4D6B-AD47-C004BF1BA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862" y="4053483"/>
                <a:ext cx="662567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7FFAD3EE-0499-4132-8B99-43151CA671F0}"/>
              </a:ext>
            </a:extLst>
          </p:cNvPr>
          <p:cNvCxnSpPr>
            <a:cxnSpLocks/>
          </p:cNvCxnSpPr>
          <p:nvPr/>
        </p:nvCxnSpPr>
        <p:spPr>
          <a:xfrm flipV="1">
            <a:off x="3433881" y="2187416"/>
            <a:ext cx="0" cy="39810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1369F880-8FB1-4F30-93E4-75E35914F22A}"/>
              </a:ext>
            </a:extLst>
          </p:cNvPr>
          <p:cNvCxnSpPr>
            <a:cxnSpLocks/>
          </p:cNvCxnSpPr>
          <p:nvPr/>
        </p:nvCxnSpPr>
        <p:spPr>
          <a:xfrm flipV="1">
            <a:off x="3433881" y="2908201"/>
            <a:ext cx="0" cy="46515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7D932D3D-F78E-4E44-91C7-266252A35D89}"/>
              </a:ext>
            </a:extLst>
          </p:cNvPr>
          <p:cNvCxnSpPr>
            <a:cxnSpLocks/>
          </p:cNvCxnSpPr>
          <p:nvPr/>
        </p:nvCxnSpPr>
        <p:spPr>
          <a:xfrm>
            <a:off x="2621564" y="2541488"/>
            <a:ext cx="81231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D26C7603-5FFA-4BEB-8E11-4615BF7A3966}"/>
              </a:ext>
            </a:extLst>
          </p:cNvPr>
          <p:cNvCxnSpPr>
            <a:cxnSpLocks/>
          </p:cNvCxnSpPr>
          <p:nvPr/>
        </p:nvCxnSpPr>
        <p:spPr>
          <a:xfrm>
            <a:off x="2605210" y="3131252"/>
            <a:ext cx="81231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9958E2C-0621-43B8-B784-2B45E69E814A}"/>
                  </a:ext>
                </a:extLst>
              </p:cNvPr>
              <p:cNvSpPr txBox="1"/>
              <p:nvPr/>
            </p:nvSpPr>
            <p:spPr>
              <a:xfrm>
                <a:off x="2800471" y="2118661"/>
                <a:ext cx="4857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9958E2C-0621-43B8-B784-2B45E69E8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471" y="2118661"/>
                <a:ext cx="485777" cy="461665"/>
              </a:xfrm>
              <a:prstGeom prst="rect">
                <a:avLst/>
              </a:prstGeom>
              <a:blipFill>
                <a:blip r:embed="rId7"/>
                <a:stretch>
                  <a:fillRect l="-3750" r="-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D309CF6-965B-4434-85AB-CAD8B9768661}"/>
                  </a:ext>
                </a:extLst>
              </p:cNvPr>
              <p:cNvSpPr txBox="1"/>
              <p:nvPr/>
            </p:nvSpPr>
            <p:spPr>
              <a:xfrm>
                <a:off x="2784833" y="2661457"/>
                <a:ext cx="485777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D309CF6-965B-4434-85AB-CAD8B9768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833" y="2661457"/>
                <a:ext cx="485777" cy="49084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753BF32-B69A-43CD-861A-216C950AF1EF}"/>
                  </a:ext>
                </a:extLst>
              </p:cNvPr>
              <p:cNvSpPr txBox="1"/>
              <p:nvPr/>
            </p:nvSpPr>
            <p:spPr>
              <a:xfrm>
                <a:off x="127461" y="5076815"/>
                <a:ext cx="15645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753BF32-B69A-43CD-861A-216C950AF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61" y="5076815"/>
                <a:ext cx="1564596" cy="400110"/>
              </a:xfrm>
              <a:prstGeom prst="rect">
                <a:avLst/>
              </a:prstGeom>
              <a:blipFill>
                <a:blip r:embed="rId9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C21BC8E-60F0-498B-BBD4-3B3531A64071}"/>
                  </a:ext>
                </a:extLst>
              </p:cNvPr>
              <p:cNvSpPr txBox="1"/>
              <p:nvPr/>
            </p:nvSpPr>
            <p:spPr>
              <a:xfrm>
                <a:off x="53581" y="4722766"/>
                <a:ext cx="37810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u="sng" dirty="0"/>
                  <a:t>Маршевый движитель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u="sng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000" b="0" i="1" u="sng" smtClean="0">
                            <a:latin typeface="Cambria Math" panose="02040503050406030204" pitchFamily="18" charset="0"/>
                          </a:rPr>
                          <m:t>М</m:t>
                        </m:r>
                      </m:sub>
                    </m:sSub>
                  </m:oMath>
                </a14:m>
                <a:endParaRPr lang="ru-RU" sz="2000" u="sng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C21BC8E-60F0-498B-BBD4-3B3531A64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1" y="4722766"/>
                <a:ext cx="3781006" cy="400110"/>
              </a:xfrm>
              <a:prstGeom prst="rect">
                <a:avLst/>
              </a:prstGeom>
              <a:blipFill>
                <a:blip r:embed="rId10"/>
                <a:stretch>
                  <a:fillRect l="-1774" t="-9231" b="-2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AF76604-F6E5-4888-BF9D-03EF4157841D}"/>
                  </a:ext>
                </a:extLst>
              </p:cNvPr>
              <p:cNvSpPr txBox="1"/>
              <p:nvPr/>
            </p:nvSpPr>
            <p:spPr>
              <a:xfrm>
                <a:off x="115772" y="5453983"/>
                <a:ext cx="198024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AF76604-F6E5-4888-BF9D-03EF41578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72" y="5453983"/>
                <a:ext cx="1980246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D271454-49DF-4347-81CE-0A7739F35411}"/>
                  </a:ext>
                </a:extLst>
              </p:cNvPr>
              <p:cNvSpPr txBox="1"/>
              <p:nvPr/>
            </p:nvSpPr>
            <p:spPr>
              <a:xfrm>
                <a:off x="111712" y="5909434"/>
                <a:ext cx="2844747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D271454-49DF-4347-81CE-0A7739F35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2" y="5909434"/>
                <a:ext cx="2844747" cy="424283"/>
              </a:xfrm>
              <a:prstGeom prst="rect">
                <a:avLst/>
              </a:prstGeom>
              <a:blipFill>
                <a:blip r:embed="rId12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B9B4A3-57E4-4CBC-AF86-758538264A2F}"/>
                  </a:ext>
                </a:extLst>
              </p:cNvPr>
              <p:cNvSpPr txBox="1"/>
              <p:nvPr/>
            </p:nvSpPr>
            <p:spPr>
              <a:xfrm>
                <a:off x="6618693" y="4128985"/>
                <a:ext cx="217874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u="sng" dirty="0"/>
                  <a:t>Вертикальный </a:t>
                </a:r>
              </a:p>
              <a:p>
                <a:r>
                  <a:rPr lang="ru-RU" sz="2000" u="sng" dirty="0"/>
                  <a:t>передний </a:t>
                </a:r>
              </a:p>
              <a:p>
                <a:r>
                  <a:rPr lang="ru-RU" sz="2000" u="sng" dirty="0"/>
                  <a:t>движитель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u="sng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000" b="0" i="1" u="sng" smtClean="0">
                            <a:latin typeface="Cambria Math" panose="02040503050406030204" pitchFamily="18" charset="0"/>
                          </a:rPr>
                          <m:t>ВП</m:t>
                        </m:r>
                      </m:sub>
                    </m:sSub>
                  </m:oMath>
                </a14:m>
                <a:endParaRPr lang="ru-RU" sz="2000" u="sng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B9B4A3-57E4-4CBC-AF86-758538264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693" y="4128985"/>
                <a:ext cx="2178749" cy="1015663"/>
              </a:xfrm>
              <a:prstGeom prst="rect">
                <a:avLst/>
              </a:prstGeom>
              <a:blipFill>
                <a:blip r:embed="rId13"/>
                <a:stretch>
                  <a:fillRect l="-3081" t="-2994" b="-9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641F729-9324-44F4-80F5-B73F48F92FD6}"/>
                  </a:ext>
                </a:extLst>
              </p:cNvPr>
              <p:cNvSpPr txBox="1"/>
              <p:nvPr/>
            </p:nvSpPr>
            <p:spPr>
              <a:xfrm>
                <a:off x="6563558" y="5068301"/>
                <a:ext cx="1722280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641F729-9324-44F4-80F5-B73F48F92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558" y="5068301"/>
                <a:ext cx="1722280" cy="424283"/>
              </a:xfrm>
              <a:prstGeom prst="rect">
                <a:avLst/>
              </a:prstGeom>
              <a:blipFill>
                <a:blip r:embed="rId1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A8C3264-AD3F-425F-820B-AB04A472F509}"/>
                  </a:ext>
                </a:extLst>
              </p:cNvPr>
              <p:cNvSpPr txBox="1"/>
              <p:nvPr/>
            </p:nvSpPr>
            <p:spPr>
              <a:xfrm>
                <a:off x="6676803" y="5401417"/>
                <a:ext cx="2436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ВП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ВП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000" dirty="0"/>
                  <a:t>;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A8C3264-AD3F-425F-820B-AB04A472F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03" y="5401417"/>
                <a:ext cx="2436761" cy="400110"/>
              </a:xfrm>
              <a:prstGeom prst="rect">
                <a:avLst/>
              </a:prstGeom>
              <a:blipFill>
                <a:blip r:embed="rId1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A43698-247F-42ED-B76A-438B41634A18}"/>
                  </a:ext>
                </a:extLst>
              </p:cNvPr>
              <p:cNvSpPr txBox="1"/>
              <p:nvPr/>
            </p:nvSpPr>
            <p:spPr>
              <a:xfrm>
                <a:off x="6413933" y="6149628"/>
                <a:ext cx="2593561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A43698-247F-42ED-B76A-438B41634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933" y="6149628"/>
                <a:ext cx="2593561" cy="424283"/>
              </a:xfrm>
              <a:prstGeom prst="rect">
                <a:avLst/>
              </a:prstGeom>
              <a:blipFill>
                <a:blip r:embed="rId1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138BBA3-7103-41DD-876E-9B39DAF431A3}"/>
                  </a:ext>
                </a:extLst>
              </p:cNvPr>
              <p:cNvSpPr txBox="1"/>
              <p:nvPr/>
            </p:nvSpPr>
            <p:spPr>
              <a:xfrm>
                <a:off x="6652039" y="5791343"/>
                <a:ext cx="2436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ВП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ВП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п</m:t>
                        </m:r>
                      </m:sub>
                    </m:sSub>
                  </m:oMath>
                </a14:m>
                <a:r>
                  <a:rPr lang="ru-RU" sz="2000" dirty="0"/>
                  <a:t>;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138BBA3-7103-41DD-876E-9B39DAF43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039" y="5791343"/>
                <a:ext cx="2436761" cy="400110"/>
              </a:xfrm>
              <a:prstGeom prst="rect">
                <a:avLst/>
              </a:prstGeom>
              <a:blipFill>
                <a:blip r:embed="rId1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F9AE3CA-5332-46CB-B18C-F14799406358}"/>
                  </a:ext>
                </a:extLst>
              </p:cNvPr>
              <p:cNvSpPr txBox="1"/>
              <p:nvPr/>
            </p:nvSpPr>
            <p:spPr>
              <a:xfrm>
                <a:off x="3557588" y="4727464"/>
                <a:ext cx="32683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u="sng" dirty="0"/>
                  <a:t>Курсовой движитель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u="sng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000" b="0" i="1" u="sng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endParaRPr lang="ru-RU" sz="2000" u="sng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F9AE3CA-5332-46CB-B18C-F14799406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88" y="4727464"/>
                <a:ext cx="3268360" cy="400110"/>
              </a:xfrm>
              <a:prstGeom prst="rect">
                <a:avLst/>
              </a:prstGeom>
              <a:blipFill>
                <a:blip r:embed="rId18"/>
                <a:stretch>
                  <a:fillRect l="-2052" t="-9231" b="-2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0A40462-17B8-4792-AE5F-D5BCF7437DC8}"/>
                  </a:ext>
                </a:extLst>
              </p:cNvPr>
              <p:cNvSpPr txBox="1"/>
              <p:nvPr/>
            </p:nvSpPr>
            <p:spPr>
              <a:xfrm>
                <a:off x="3556277" y="5048827"/>
                <a:ext cx="12843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0A40462-17B8-4792-AE5F-D5BCF7437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77" y="5048827"/>
                <a:ext cx="1284324" cy="400110"/>
              </a:xfrm>
              <a:prstGeom prst="rect">
                <a:avLst/>
              </a:prstGeom>
              <a:blipFill>
                <a:blip r:embed="rId1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566EFB3-D362-4D7C-91F8-18A16708DB75}"/>
                  </a:ext>
                </a:extLst>
              </p:cNvPr>
              <p:cNvSpPr txBox="1"/>
              <p:nvPr/>
            </p:nvSpPr>
            <p:spPr>
              <a:xfrm>
                <a:off x="3557086" y="5385240"/>
                <a:ext cx="2178749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К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К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000" dirty="0"/>
                  <a:t>;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566EFB3-D362-4D7C-91F8-18A16708D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086" y="5385240"/>
                <a:ext cx="2178749" cy="424283"/>
              </a:xfrm>
              <a:prstGeom prst="rect">
                <a:avLst/>
              </a:prstGeom>
              <a:blipFill>
                <a:blip r:embed="rId20"/>
                <a:stretch>
                  <a:fillRect t="-5714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1344BA-78D6-4D39-A154-617FC2D3CC01}"/>
                  </a:ext>
                </a:extLst>
              </p:cNvPr>
              <p:cNvSpPr txBox="1"/>
              <p:nvPr/>
            </p:nvSpPr>
            <p:spPr>
              <a:xfrm>
                <a:off x="3540147" y="6067189"/>
                <a:ext cx="19575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1344BA-78D6-4D39-A154-617FC2D3C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147" y="6067189"/>
                <a:ext cx="1957582" cy="400110"/>
              </a:xfrm>
              <a:prstGeom prst="rect">
                <a:avLst/>
              </a:prstGeom>
              <a:blipFill>
                <a:blip r:embed="rId21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62E3185-4B25-4214-BB11-BBB088E0D39E}"/>
                  </a:ext>
                </a:extLst>
              </p:cNvPr>
              <p:cNvSpPr txBox="1"/>
              <p:nvPr/>
            </p:nvSpPr>
            <p:spPr>
              <a:xfrm>
                <a:off x="3570278" y="5729383"/>
                <a:ext cx="205622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К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ru-RU" sz="2000" dirty="0"/>
                  <a:t>;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62E3185-4B25-4214-BB11-BBB088E0D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278" y="5729383"/>
                <a:ext cx="2056226" cy="424283"/>
              </a:xfrm>
              <a:prstGeom prst="rect">
                <a:avLst/>
              </a:prstGeom>
              <a:blipFill>
                <a:blip r:embed="rId22"/>
                <a:stretch>
                  <a:fillRect t="-7246" b="-2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4D635D87-4F48-4F4E-99CB-7D4E7AC01889}"/>
              </a:ext>
            </a:extLst>
          </p:cNvPr>
          <p:cNvSpPr txBox="1"/>
          <p:nvPr/>
        </p:nvSpPr>
        <p:spPr>
          <a:xfrm>
            <a:off x="4712277" y="986812"/>
            <a:ext cx="7429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u="sng" dirty="0"/>
              <a:t>Силы и моменты, действующие на подводный аппарат со стороны движительно-рулевого комплекса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54A1FFB-45BE-4814-A5C0-77F359251750}"/>
                  </a:ext>
                </a:extLst>
              </p:cNvPr>
              <p:cNvSpPr txBox="1"/>
              <p:nvPr/>
            </p:nvSpPr>
            <p:spPr>
              <a:xfrm>
                <a:off x="4591006" y="1844172"/>
                <a:ext cx="2600001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54A1FFB-45BE-4814-A5C0-77F359251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006" y="1844172"/>
                <a:ext cx="2600001" cy="837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8313F95-DEA2-47BC-A134-5965B679F32F}"/>
                  </a:ext>
                </a:extLst>
              </p:cNvPr>
              <p:cNvSpPr txBox="1"/>
              <p:nvPr/>
            </p:nvSpPr>
            <p:spPr>
              <a:xfrm>
                <a:off x="4545566" y="2390626"/>
                <a:ext cx="3228561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𝑖𝑦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В</m:t>
                          </m:r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З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8313F95-DEA2-47BC-A134-5965B679F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566" y="2390626"/>
                <a:ext cx="3228561" cy="837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BAD5E0D-7042-4658-9525-478319EF1CCC}"/>
                  </a:ext>
                </a:extLst>
              </p:cNvPr>
              <p:cNvSpPr txBox="1"/>
              <p:nvPr/>
            </p:nvSpPr>
            <p:spPr>
              <a:xfrm>
                <a:off x="4615615" y="2962868"/>
                <a:ext cx="2340380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𝑖𝑧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BAD5E0D-7042-4658-9525-478319EF1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615" y="2962868"/>
                <a:ext cx="2340380" cy="837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92B66FB-A135-475F-963B-F7893E70A45E}"/>
                  </a:ext>
                </a:extLst>
              </p:cNvPr>
              <p:cNvSpPr txBox="1"/>
              <p:nvPr/>
            </p:nvSpPr>
            <p:spPr>
              <a:xfrm>
                <a:off x="7658410" y="1833540"/>
                <a:ext cx="2509964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92B66FB-A135-475F-963B-F7893E70A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10" y="1833540"/>
                <a:ext cx="2509964" cy="837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43A83CF-6E51-48B4-84A5-9DA8CF257859}"/>
                  </a:ext>
                </a:extLst>
              </p:cNvPr>
              <p:cNvSpPr txBox="1"/>
              <p:nvPr/>
            </p:nvSpPr>
            <p:spPr>
              <a:xfrm>
                <a:off x="7679013" y="2371043"/>
                <a:ext cx="3077336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𝑖𝑦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  <m:r>
                        <a:rPr lang="ru-RU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ru-RU" sz="2000" dirty="0"/>
                        <m:t> 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43A83CF-6E51-48B4-84A5-9DA8CF257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013" y="2371043"/>
                <a:ext cx="3077336" cy="837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53A8033-2B7C-4B33-9EBE-48415BBE1215}"/>
                  </a:ext>
                </a:extLst>
              </p:cNvPr>
              <p:cNvSpPr txBox="1"/>
              <p:nvPr/>
            </p:nvSpPr>
            <p:spPr>
              <a:xfrm>
                <a:off x="7667628" y="2920380"/>
                <a:ext cx="4524372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𝑖𝑧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ВП</m:t>
                          </m:r>
                        </m:sub>
                      </m:sSub>
                      <m:r>
                        <a:rPr lang="ru-RU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ru-RU" sz="2000" dirty="0"/>
                        <m:t> 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  <m:r>
                        <a:rPr lang="ru-RU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ВЗ</m:t>
                          </m:r>
                        </m:sub>
                      </m:sSub>
                      <m:r>
                        <a:rPr lang="ru-RU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ru-RU" sz="2000" dirty="0"/>
                        <m:t> 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з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53A8033-2B7C-4B33-9EBE-48415BBE1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628" y="2920380"/>
                <a:ext cx="4524372" cy="837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04A9C514-3455-4F80-8471-5C25DACA3A83}"/>
              </a:ext>
            </a:extLst>
          </p:cNvPr>
          <p:cNvGrpSpPr/>
          <p:nvPr/>
        </p:nvGrpSpPr>
        <p:grpSpPr>
          <a:xfrm>
            <a:off x="1493540" y="1137154"/>
            <a:ext cx="464890" cy="1021774"/>
            <a:chOff x="9063981" y="3705481"/>
            <a:chExt cx="803919" cy="1609151"/>
          </a:xfrm>
        </p:grpSpPr>
        <p:sp>
          <p:nvSpPr>
            <p:cNvPr id="85" name="Прямоугольник 84">
              <a:extLst>
                <a:ext uri="{FF2B5EF4-FFF2-40B4-BE49-F238E27FC236}">
                  <a16:creationId xmlns:a16="http://schemas.microsoft.com/office/drawing/2014/main" id="{B507CB58-BD0A-4CA6-9930-EC49C8B6EA2C}"/>
                </a:ext>
              </a:extLst>
            </p:cNvPr>
            <p:cNvSpPr/>
            <p:nvPr/>
          </p:nvSpPr>
          <p:spPr>
            <a:xfrm>
              <a:off x="9063981" y="4352925"/>
              <a:ext cx="803919" cy="361950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Прямоугольник 85">
              <a:extLst>
                <a:ext uri="{FF2B5EF4-FFF2-40B4-BE49-F238E27FC236}">
                  <a16:creationId xmlns:a16="http://schemas.microsoft.com/office/drawing/2014/main" id="{0A96B87C-D13B-42CE-A920-6FF077538637}"/>
                </a:ext>
              </a:extLst>
            </p:cNvPr>
            <p:cNvSpPr/>
            <p:nvPr/>
          </p:nvSpPr>
          <p:spPr>
            <a:xfrm>
              <a:off x="9268767" y="4714875"/>
              <a:ext cx="394345" cy="59975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87" name="Прямая со стрелкой 86">
              <a:extLst>
                <a:ext uri="{FF2B5EF4-FFF2-40B4-BE49-F238E27FC236}">
                  <a16:creationId xmlns:a16="http://schemas.microsoft.com/office/drawing/2014/main" id="{CA8152DD-98B8-447B-9587-CEBAF5EE3C99}"/>
                </a:ext>
              </a:extLst>
            </p:cNvPr>
            <p:cNvCxnSpPr>
              <a:cxnSpLocks/>
              <a:stCxn id="86" idx="2"/>
            </p:cNvCxnSpPr>
            <p:nvPr/>
          </p:nvCxnSpPr>
          <p:spPr>
            <a:xfrm flipH="1" flipV="1">
              <a:off x="9465939" y="3705481"/>
              <a:ext cx="1" cy="160915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74754C5-BA97-4F47-8FA3-79EE09DDADF4}"/>
                  </a:ext>
                </a:extLst>
              </p:cNvPr>
              <p:cNvSpPr txBox="1"/>
              <p:nvPr/>
            </p:nvSpPr>
            <p:spPr>
              <a:xfrm>
                <a:off x="1749933" y="999609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74754C5-BA97-4F47-8FA3-79EE09DDA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933" y="999609"/>
                <a:ext cx="662567" cy="461665"/>
              </a:xfrm>
              <a:prstGeom prst="rect">
                <a:avLst/>
              </a:prstGeom>
              <a:blipFill>
                <a:blip r:embed="rId2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Прямая соединительная линия 88">
            <a:extLst>
              <a:ext uri="{FF2B5EF4-FFF2-40B4-BE49-F238E27FC236}">
                <a16:creationId xmlns:a16="http://schemas.microsoft.com/office/drawing/2014/main" id="{6F98252A-5727-4A81-8379-41AE29893115}"/>
              </a:ext>
            </a:extLst>
          </p:cNvPr>
          <p:cNvCxnSpPr>
            <a:cxnSpLocks/>
          </p:cNvCxnSpPr>
          <p:nvPr/>
        </p:nvCxnSpPr>
        <p:spPr>
          <a:xfrm flipV="1">
            <a:off x="1725205" y="2138743"/>
            <a:ext cx="0" cy="44158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0E1D08-7700-4411-9CB7-C55172DD35E6}"/>
                  </a:ext>
                </a:extLst>
              </p:cNvPr>
              <p:cNvSpPr txBox="1"/>
              <p:nvPr/>
            </p:nvSpPr>
            <p:spPr>
              <a:xfrm>
                <a:off x="1896652" y="2118661"/>
                <a:ext cx="4857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з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0E1D08-7700-4411-9CB7-C55172DD3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652" y="2118661"/>
                <a:ext cx="485777" cy="461665"/>
              </a:xfrm>
              <a:prstGeom prst="rect">
                <a:avLst/>
              </a:prstGeom>
              <a:blipFill>
                <a:blip r:embed="rId30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2C0A3022-A485-4E8E-A223-049DDC990C1F}"/>
              </a:ext>
            </a:extLst>
          </p:cNvPr>
          <p:cNvCxnSpPr>
            <a:cxnSpLocks/>
          </p:cNvCxnSpPr>
          <p:nvPr/>
        </p:nvCxnSpPr>
        <p:spPr>
          <a:xfrm>
            <a:off x="1725205" y="2536849"/>
            <a:ext cx="86571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1560145-99B2-471B-B7D4-C755CD50998C}"/>
                  </a:ext>
                </a:extLst>
              </p:cNvPr>
              <p:cNvSpPr txBox="1"/>
              <p:nvPr/>
            </p:nvSpPr>
            <p:spPr>
              <a:xfrm>
                <a:off x="9238124" y="4128984"/>
                <a:ext cx="217874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u="sng" dirty="0"/>
                  <a:t>Вертикальный </a:t>
                </a:r>
              </a:p>
              <a:p>
                <a:r>
                  <a:rPr lang="ru-RU" sz="2000" u="sng" dirty="0"/>
                  <a:t>задний</a:t>
                </a:r>
              </a:p>
              <a:p>
                <a:r>
                  <a:rPr lang="ru-RU" sz="2000" u="sng" dirty="0"/>
                  <a:t>движитель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u="sng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000" b="0" i="1" u="sng" smtClean="0">
                            <a:latin typeface="Cambria Math" panose="02040503050406030204" pitchFamily="18" charset="0"/>
                          </a:rPr>
                          <m:t>ВЗ</m:t>
                        </m:r>
                      </m:sub>
                    </m:sSub>
                  </m:oMath>
                </a14:m>
                <a:endParaRPr lang="ru-RU" sz="2000" u="sng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1560145-99B2-471B-B7D4-C755CD509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124" y="4128984"/>
                <a:ext cx="2178749" cy="1015663"/>
              </a:xfrm>
              <a:prstGeom prst="rect">
                <a:avLst/>
              </a:prstGeom>
              <a:blipFill>
                <a:blip r:embed="rId31"/>
                <a:stretch>
                  <a:fillRect l="-2793" t="-2994" b="-9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E22D2D-4D40-4D61-B8AA-335C41B76AB9}"/>
                  </a:ext>
                </a:extLst>
              </p:cNvPr>
              <p:cNvSpPr txBox="1"/>
              <p:nvPr/>
            </p:nvSpPr>
            <p:spPr>
              <a:xfrm>
                <a:off x="9113561" y="5068300"/>
                <a:ext cx="1722280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E22D2D-4D40-4D61-B8AA-335C41B76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561" y="5068300"/>
                <a:ext cx="1722280" cy="424283"/>
              </a:xfrm>
              <a:prstGeom prst="rect">
                <a:avLst/>
              </a:prstGeom>
              <a:blipFill>
                <a:blip r:embed="rId32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80CA751-46BC-48A4-97A5-8E2D24DE5BB7}"/>
                  </a:ext>
                </a:extLst>
              </p:cNvPr>
              <p:cNvSpPr txBox="1"/>
              <p:nvPr/>
            </p:nvSpPr>
            <p:spPr>
              <a:xfrm>
                <a:off x="9273039" y="5401417"/>
                <a:ext cx="2436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000" dirty="0"/>
                  <a:t>;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80CA751-46BC-48A4-97A5-8E2D24DE5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3039" y="5401417"/>
                <a:ext cx="2436761" cy="400110"/>
              </a:xfrm>
              <a:prstGeom prst="rect">
                <a:avLst/>
              </a:prstGeom>
              <a:blipFill>
                <a:blip r:embed="rId33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BACB8F-B907-4BB3-A518-F5DACB621665}"/>
                  </a:ext>
                </a:extLst>
              </p:cNvPr>
              <p:cNvSpPr txBox="1"/>
              <p:nvPr/>
            </p:nvSpPr>
            <p:spPr>
              <a:xfrm>
                <a:off x="9030717" y="6121575"/>
                <a:ext cx="2593561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BACB8F-B907-4BB3-A518-F5DACB621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17" y="6121575"/>
                <a:ext cx="2593561" cy="424283"/>
              </a:xfrm>
              <a:prstGeom prst="rect">
                <a:avLst/>
              </a:prstGeom>
              <a:blipFill>
                <a:blip r:embed="rId3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07112DB-E324-4D0C-AD94-2147C1AA5550}"/>
                  </a:ext>
                </a:extLst>
              </p:cNvPr>
              <p:cNvSpPr txBox="1"/>
              <p:nvPr/>
            </p:nvSpPr>
            <p:spPr>
              <a:xfrm>
                <a:off x="9245600" y="5783079"/>
                <a:ext cx="25935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ВЗ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з</m:t>
                        </m:r>
                      </m:sub>
                    </m:sSub>
                  </m:oMath>
                </a14:m>
                <a:r>
                  <a:rPr lang="ru-RU" sz="2000" dirty="0"/>
                  <a:t>;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07112DB-E324-4D0C-AD94-2147C1AA5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600" y="5783079"/>
                <a:ext cx="2593561" cy="400110"/>
              </a:xfrm>
              <a:prstGeom prst="rect">
                <a:avLst/>
              </a:prstGeom>
              <a:blipFill>
                <a:blip r:embed="rId35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76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движительно-рулевого комплекса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cxnSp>
        <p:nvCxnSpPr>
          <p:cNvPr id="84" name="Прямая со стрелкой 83">
            <a:extLst>
              <a:ext uri="{FF2B5EF4-FFF2-40B4-BE49-F238E27FC236}">
                <a16:creationId xmlns:a16="http://schemas.microsoft.com/office/drawing/2014/main" id="{62E20C49-FBE7-4FB6-9E78-5553043B160D}"/>
              </a:ext>
            </a:extLst>
          </p:cNvPr>
          <p:cNvCxnSpPr>
            <a:cxnSpLocks/>
          </p:cNvCxnSpPr>
          <p:nvPr/>
        </p:nvCxnSpPr>
        <p:spPr>
          <a:xfrm>
            <a:off x="504825" y="1519163"/>
            <a:ext cx="8613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885929D-748E-474F-963E-211468E0A876}"/>
                  </a:ext>
                </a:extLst>
              </p:cNvPr>
              <p:cNvSpPr txBox="1"/>
              <p:nvPr/>
            </p:nvSpPr>
            <p:spPr>
              <a:xfrm>
                <a:off x="604233" y="1012326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885929D-748E-474F-963E-211468E0A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33" y="1012326"/>
                <a:ext cx="662567" cy="461665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Прямая со стрелкой 85">
            <a:extLst>
              <a:ext uri="{FF2B5EF4-FFF2-40B4-BE49-F238E27FC236}">
                <a16:creationId xmlns:a16="http://schemas.microsoft.com/office/drawing/2014/main" id="{6A9808D0-3869-4CF7-B985-77DA5E9A0D27}"/>
              </a:ext>
            </a:extLst>
          </p:cNvPr>
          <p:cNvCxnSpPr>
            <a:cxnSpLocks/>
          </p:cNvCxnSpPr>
          <p:nvPr/>
        </p:nvCxnSpPr>
        <p:spPr>
          <a:xfrm>
            <a:off x="505472" y="2874665"/>
            <a:ext cx="8613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9E0CA34-BAED-44A6-956D-F154F2BCECAC}"/>
                  </a:ext>
                </a:extLst>
              </p:cNvPr>
              <p:cNvSpPr txBox="1"/>
              <p:nvPr/>
            </p:nvSpPr>
            <p:spPr>
              <a:xfrm>
                <a:off x="604880" y="2367828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9E0CA34-BAED-44A6-956D-F154F2BCE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80" y="2367828"/>
                <a:ext cx="662567" cy="461665"/>
              </a:xfrm>
              <a:prstGeom prst="rect">
                <a:avLst/>
              </a:prstGeom>
              <a:blipFill>
                <a:blip r:embed="rId3"/>
                <a:stretch>
                  <a:fillRect l="-1835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45333B8F-8E7E-402D-A1EF-896B911ED965}"/>
              </a:ext>
            </a:extLst>
          </p:cNvPr>
          <p:cNvCxnSpPr>
            <a:cxnSpLocks/>
          </p:cNvCxnSpPr>
          <p:nvPr/>
        </p:nvCxnSpPr>
        <p:spPr>
          <a:xfrm>
            <a:off x="504825" y="5602480"/>
            <a:ext cx="8613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3A8C09D-EC5F-4053-ABEA-DDA18124CF03}"/>
                  </a:ext>
                </a:extLst>
              </p:cNvPr>
              <p:cNvSpPr txBox="1"/>
              <p:nvPr/>
            </p:nvSpPr>
            <p:spPr>
              <a:xfrm>
                <a:off x="604233" y="5095643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3A8C09D-EC5F-4053-ABEA-DDA18124C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33" y="5095643"/>
                <a:ext cx="662567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Прямая со стрелкой 89">
            <a:extLst>
              <a:ext uri="{FF2B5EF4-FFF2-40B4-BE49-F238E27FC236}">
                <a16:creationId xmlns:a16="http://schemas.microsoft.com/office/drawing/2014/main" id="{F9760404-8E61-41B9-A9AE-CD72A3FE74EE}"/>
              </a:ext>
            </a:extLst>
          </p:cNvPr>
          <p:cNvCxnSpPr>
            <a:cxnSpLocks/>
          </p:cNvCxnSpPr>
          <p:nvPr/>
        </p:nvCxnSpPr>
        <p:spPr>
          <a:xfrm>
            <a:off x="9831543" y="1538213"/>
            <a:ext cx="8601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88E9291-0C78-45F7-A9C9-732693F3A770}"/>
                  </a:ext>
                </a:extLst>
              </p:cNvPr>
              <p:cNvSpPr txBox="1"/>
              <p:nvPr/>
            </p:nvSpPr>
            <p:spPr>
              <a:xfrm>
                <a:off x="9929743" y="1024686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88E9291-0C78-45F7-A9C9-732693F3A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9743" y="1024686"/>
                <a:ext cx="662567" cy="461665"/>
              </a:xfrm>
              <a:prstGeom prst="rect">
                <a:avLst/>
              </a:prstGeom>
              <a:blipFill>
                <a:blip r:embed="rId5"/>
                <a:stretch>
                  <a:fillRect l="-2752" r="-9174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7D566E1F-5D97-488B-8CFB-0B982345B5C9}"/>
              </a:ext>
            </a:extLst>
          </p:cNvPr>
          <p:cNvCxnSpPr>
            <a:cxnSpLocks/>
            <a:stCxn id="188" idx="6"/>
          </p:cNvCxnSpPr>
          <p:nvPr/>
        </p:nvCxnSpPr>
        <p:spPr>
          <a:xfrm flipV="1">
            <a:off x="8984586" y="2350450"/>
            <a:ext cx="1707133" cy="44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C42ED07-9A2E-4F6F-A01D-3F63F198B7F4}"/>
                  </a:ext>
                </a:extLst>
              </p:cNvPr>
              <p:cNvSpPr txBox="1"/>
              <p:nvPr/>
            </p:nvSpPr>
            <p:spPr>
              <a:xfrm>
                <a:off x="9930951" y="1850584"/>
                <a:ext cx="662567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C42ED07-9A2E-4F6F-A01D-3F63F198B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951" y="1850584"/>
                <a:ext cx="662567" cy="490840"/>
              </a:xfrm>
              <a:prstGeom prst="rect">
                <a:avLst/>
              </a:prstGeom>
              <a:blipFill>
                <a:blip r:embed="rId6"/>
                <a:stretch>
                  <a:fillRect l="-1835" r="-13761" b="-6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3B770FA6-5F7F-42FE-BFE0-8AC4B6974788}"/>
              </a:ext>
            </a:extLst>
          </p:cNvPr>
          <p:cNvCxnSpPr>
            <a:cxnSpLocks/>
          </p:cNvCxnSpPr>
          <p:nvPr/>
        </p:nvCxnSpPr>
        <p:spPr>
          <a:xfrm>
            <a:off x="5367254" y="3205683"/>
            <a:ext cx="5336406" cy="154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05E6182-C244-4683-9497-39F199E03C0B}"/>
                  </a:ext>
                </a:extLst>
              </p:cNvPr>
              <p:cNvSpPr txBox="1"/>
              <p:nvPr/>
            </p:nvSpPr>
            <p:spPr>
              <a:xfrm>
                <a:off x="9941684" y="2714334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05E6182-C244-4683-9497-39F199E03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684" y="2714334"/>
                <a:ext cx="662567" cy="461665"/>
              </a:xfrm>
              <a:prstGeom prst="rect">
                <a:avLst/>
              </a:prstGeom>
              <a:blipFill>
                <a:blip r:embed="rId7"/>
                <a:stretch>
                  <a:fillRect l="-2752" r="-7339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8BA1E51B-C9FC-4816-B258-B26850FFE2CD}"/>
              </a:ext>
            </a:extLst>
          </p:cNvPr>
          <p:cNvCxnSpPr>
            <a:cxnSpLocks/>
          </p:cNvCxnSpPr>
          <p:nvPr/>
        </p:nvCxnSpPr>
        <p:spPr>
          <a:xfrm>
            <a:off x="9842276" y="4190704"/>
            <a:ext cx="8613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A7F7E1C-D89B-42D2-AB8D-76AB950184BD}"/>
                  </a:ext>
                </a:extLst>
              </p:cNvPr>
              <p:cNvSpPr txBox="1"/>
              <p:nvPr/>
            </p:nvSpPr>
            <p:spPr>
              <a:xfrm>
                <a:off x="9941684" y="3683867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A7F7E1C-D89B-42D2-AB8D-76AB95018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684" y="3683867"/>
                <a:ext cx="662567" cy="461665"/>
              </a:xfrm>
              <a:prstGeom prst="rect">
                <a:avLst/>
              </a:prstGeom>
              <a:blipFill>
                <a:blip r:embed="rId8"/>
                <a:stretch>
                  <a:fillRect l="-2752" r="-22936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96EB242B-82FA-4F72-912F-22C68B50C4C5}"/>
              </a:ext>
            </a:extLst>
          </p:cNvPr>
          <p:cNvCxnSpPr>
            <a:cxnSpLocks/>
            <a:stCxn id="152" idx="3"/>
          </p:cNvCxnSpPr>
          <p:nvPr/>
        </p:nvCxnSpPr>
        <p:spPr>
          <a:xfrm>
            <a:off x="9003636" y="4926051"/>
            <a:ext cx="1729807" cy="94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AA36133-DBEB-4AAE-8424-65E5687F0E94}"/>
                  </a:ext>
                </a:extLst>
              </p:cNvPr>
              <p:cNvSpPr txBox="1"/>
              <p:nvPr/>
            </p:nvSpPr>
            <p:spPr>
              <a:xfrm>
                <a:off x="9971467" y="4425832"/>
                <a:ext cx="662567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AA36133-DBEB-4AAE-8424-65E5687F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467" y="4425832"/>
                <a:ext cx="662567" cy="490840"/>
              </a:xfrm>
              <a:prstGeom prst="rect">
                <a:avLst/>
              </a:prstGeom>
              <a:blipFill>
                <a:blip r:embed="rId9"/>
                <a:stretch>
                  <a:fillRect l="-2778" r="-28704" b="-61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C661507B-D53D-4E7B-AF88-968B92FEBF4E}"/>
              </a:ext>
            </a:extLst>
          </p:cNvPr>
          <p:cNvCxnSpPr>
            <a:cxnSpLocks/>
            <a:stCxn id="209" idx="6"/>
          </p:cNvCxnSpPr>
          <p:nvPr/>
        </p:nvCxnSpPr>
        <p:spPr>
          <a:xfrm flipV="1">
            <a:off x="8174460" y="5566845"/>
            <a:ext cx="2558983" cy="25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13BBEFD-19CA-4A9D-BAC5-2A49C66395E1}"/>
                  </a:ext>
                </a:extLst>
              </p:cNvPr>
              <p:cNvSpPr txBox="1"/>
              <p:nvPr/>
            </p:nvSpPr>
            <p:spPr>
              <a:xfrm>
                <a:off x="9971467" y="5095643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13BBEFD-19CA-4A9D-BAC5-2A49C6639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467" y="5095643"/>
                <a:ext cx="662567" cy="461665"/>
              </a:xfrm>
              <a:prstGeom prst="rect">
                <a:avLst/>
              </a:prstGeom>
              <a:blipFill>
                <a:blip r:embed="rId10"/>
                <a:stretch>
                  <a:fillRect l="-2778" r="-21296"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063C364E-2842-4668-B1AC-A17D6EDD818F}"/>
              </a:ext>
            </a:extLst>
          </p:cNvPr>
          <p:cNvGrpSpPr/>
          <p:nvPr/>
        </p:nvGrpSpPr>
        <p:grpSpPr>
          <a:xfrm>
            <a:off x="1366184" y="1102077"/>
            <a:ext cx="861384" cy="800099"/>
            <a:chOff x="2514600" y="1688601"/>
            <a:chExt cx="861384" cy="800099"/>
          </a:xfrm>
        </p:grpSpPr>
        <p:sp>
          <p:nvSpPr>
            <p:cNvPr id="7" name="Блок-схема: процесс 6">
              <a:extLst>
                <a:ext uri="{FF2B5EF4-FFF2-40B4-BE49-F238E27FC236}">
                  <a16:creationId xmlns:a16="http://schemas.microsoft.com/office/drawing/2014/main" id="{26277957-B0B3-41F3-8347-82E20CDB42A2}"/>
                </a:ext>
              </a:extLst>
            </p:cNvPr>
            <p:cNvSpPr/>
            <p:nvPr/>
          </p:nvSpPr>
          <p:spPr>
            <a:xfrm>
              <a:off x="2514600" y="1688601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0FAD9DBB-1B20-4C47-8552-53F2480B583A}"/>
                </a:ext>
              </a:extLst>
            </p:cNvPr>
            <p:cNvCxnSpPr/>
            <p:nvPr/>
          </p:nvCxnSpPr>
          <p:spPr>
            <a:xfrm>
              <a:off x="2590800" y="2095500"/>
              <a:ext cx="7239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 стрелкой 103">
              <a:extLst>
                <a:ext uri="{FF2B5EF4-FFF2-40B4-BE49-F238E27FC236}">
                  <a16:creationId xmlns:a16="http://schemas.microsoft.com/office/drawing/2014/main" id="{81706A69-EB44-4DEC-957E-99433FA65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700" y="1746250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CF5ABC2A-3E11-4811-BC66-98E979AD3C91}"/>
                </a:ext>
              </a:extLst>
            </p:cNvPr>
            <p:cNvCxnSpPr/>
            <p:nvPr/>
          </p:nvCxnSpPr>
          <p:spPr>
            <a:xfrm flipV="1">
              <a:off x="3032125" y="1895475"/>
              <a:ext cx="104775" cy="2000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Прямая соединительная линия 104">
              <a:extLst>
                <a:ext uri="{FF2B5EF4-FFF2-40B4-BE49-F238E27FC236}">
                  <a16:creationId xmlns:a16="http://schemas.microsoft.com/office/drawing/2014/main" id="{D7FD3547-B7AF-4969-9FB2-3A3EA5994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550" y="18975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Прямая соединительная линия 105">
              <a:extLst>
                <a:ext uri="{FF2B5EF4-FFF2-40B4-BE49-F238E27FC236}">
                  <a16:creationId xmlns:a16="http://schemas.microsoft.com/office/drawing/2014/main" id="{C09526A5-3823-40A0-BEEB-7BB8EF179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549" y="23420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Прямая соединительная линия 106">
              <a:extLst>
                <a:ext uri="{FF2B5EF4-FFF2-40B4-BE49-F238E27FC236}">
                  <a16:creationId xmlns:a16="http://schemas.microsoft.com/office/drawing/2014/main" id="{95268F8F-A15B-4876-B795-567376BB6C58}"/>
                </a:ext>
              </a:extLst>
            </p:cNvPr>
            <p:cNvCxnSpPr>
              <a:cxnSpLocks/>
            </p:cNvCxnSpPr>
            <p:nvPr/>
          </p:nvCxnSpPr>
          <p:spPr>
            <a:xfrm>
              <a:off x="2793041" y="2095499"/>
              <a:ext cx="2476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BD84280F-0E59-4A7A-BB95-B541004B6A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5900" y="2095498"/>
              <a:ext cx="52387" cy="246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2E84AC92-5AA5-4F08-A42E-AE7E1F3F85E1}"/>
              </a:ext>
            </a:extLst>
          </p:cNvPr>
          <p:cNvGrpSpPr/>
          <p:nvPr/>
        </p:nvGrpSpPr>
        <p:grpSpPr>
          <a:xfrm>
            <a:off x="2733676" y="1160388"/>
            <a:ext cx="1038224" cy="679449"/>
            <a:chOff x="2733676" y="1159726"/>
            <a:chExt cx="1038224" cy="679449"/>
          </a:xfrm>
        </p:grpSpPr>
        <p:sp>
          <p:nvSpPr>
            <p:cNvPr id="44" name="Блок-схема: процесс 43">
              <a:extLst>
                <a:ext uri="{FF2B5EF4-FFF2-40B4-BE49-F238E27FC236}">
                  <a16:creationId xmlns:a16="http://schemas.microsoft.com/office/drawing/2014/main" id="{022FCDD9-DD55-45E8-9827-763C9191D40F}"/>
                </a:ext>
              </a:extLst>
            </p:cNvPr>
            <p:cNvSpPr/>
            <p:nvPr/>
          </p:nvSpPr>
          <p:spPr>
            <a:xfrm>
              <a:off x="2733676" y="1159726"/>
              <a:ext cx="1038224" cy="67944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8D92C3D9-0E83-46D6-A0FC-0849CBD06052}"/>
                    </a:ext>
                  </a:extLst>
                </p:cNvPr>
                <p:cNvSpPr txBox="1"/>
                <p:nvPr/>
              </p:nvSpPr>
              <p:spPr>
                <a:xfrm>
                  <a:off x="2833084" y="1240834"/>
                  <a:ext cx="662567" cy="483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двМ</m:t>
                            </m:r>
                          </m:sub>
                        </m:sSub>
                      </m:oMath>
                    </m:oMathPara>
                  </a14:m>
                  <a:endParaRPr lang="ru-RU" sz="2400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8D92C3D9-0E83-46D6-A0FC-0849CBD06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084" y="1240834"/>
                  <a:ext cx="662567" cy="483274"/>
                </a:xfrm>
                <a:prstGeom prst="rect">
                  <a:avLst/>
                </a:prstGeom>
                <a:blipFill>
                  <a:blip r:embed="rId11"/>
                  <a:stretch>
                    <a:fillRect l="-2778" r="-30556" b="-1012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A69A874F-7528-43B0-889E-BEDA08D97EAF}"/>
              </a:ext>
            </a:extLst>
          </p:cNvPr>
          <p:cNvGrpSpPr/>
          <p:nvPr/>
        </p:nvGrpSpPr>
        <p:grpSpPr>
          <a:xfrm>
            <a:off x="2773430" y="5269602"/>
            <a:ext cx="1038224" cy="679449"/>
            <a:chOff x="2733676" y="2148976"/>
            <a:chExt cx="1038224" cy="679449"/>
          </a:xfrm>
        </p:grpSpPr>
        <p:sp>
          <p:nvSpPr>
            <p:cNvPr id="110" name="Блок-схема: процесс 109">
              <a:extLst>
                <a:ext uri="{FF2B5EF4-FFF2-40B4-BE49-F238E27FC236}">
                  <a16:creationId xmlns:a16="http://schemas.microsoft.com/office/drawing/2014/main" id="{E0DCCF77-DF1C-4ED2-9DDF-BCCFF9EE0289}"/>
                </a:ext>
              </a:extLst>
            </p:cNvPr>
            <p:cNvSpPr/>
            <p:nvPr/>
          </p:nvSpPr>
          <p:spPr>
            <a:xfrm>
              <a:off x="2733676" y="2148976"/>
              <a:ext cx="1038224" cy="67944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2C0133FE-BE3F-4AAE-BE6D-264C9A537025}"/>
                    </a:ext>
                  </a:extLst>
                </p:cNvPr>
                <p:cNvSpPr txBox="1"/>
                <p:nvPr/>
              </p:nvSpPr>
              <p:spPr>
                <a:xfrm>
                  <a:off x="2833084" y="2230084"/>
                  <a:ext cx="872141" cy="483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двК</m:t>
                            </m:r>
                          </m:sub>
                        </m:sSub>
                      </m:oMath>
                    </m:oMathPara>
                  </a14:m>
                  <a:endParaRPr lang="ru-RU" sz="2400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2C0133FE-BE3F-4AAE-BE6D-264C9A537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084" y="2230084"/>
                  <a:ext cx="872141" cy="483274"/>
                </a:xfrm>
                <a:prstGeom prst="rect">
                  <a:avLst/>
                </a:prstGeom>
                <a:blipFill>
                  <a:blip r:embed="rId12"/>
                  <a:stretch>
                    <a:fillRect b="-1012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F3052B9D-FB13-4B84-8E87-F28DD522E1C3}"/>
              </a:ext>
            </a:extLst>
          </p:cNvPr>
          <p:cNvGrpSpPr/>
          <p:nvPr/>
        </p:nvGrpSpPr>
        <p:grpSpPr>
          <a:xfrm>
            <a:off x="2775671" y="2529408"/>
            <a:ext cx="1038224" cy="679449"/>
            <a:chOff x="2733676" y="3089275"/>
            <a:chExt cx="1038224" cy="679449"/>
          </a:xfrm>
        </p:grpSpPr>
        <p:sp>
          <p:nvSpPr>
            <p:cNvPr id="112" name="Блок-схема: процесс 111">
              <a:extLst>
                <a:ext uri="{FF2B5EF4-FFF2-40B4-BE49-F238E27FC236}">
                  <a16:creationId xmlns:a16="http://schemas.microsoft.com/office/drawing/2014/main" id="{540429FF-F847-4DCB-A3CF-8F55F32ADCA4}"/>
                </a:ext>
              </a:extLst>
            </p:cNvPr>
            <p:cNvSpPr/>
            <p:nvPr/>
          </p:nvSpPr>
          <p:spPr>
            <a:xfrm>
              <a:off x="2733676" y="3089275"/>
              <a:ext cx="1038224" cy="67944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54466EE9-1146-4ECB-A8E9-E6D928E3307F}"/>
                    </a:ext>
                  </a:extLst>
                </p:cNvPr>
                <p:cNvSpPr txBox="1"/>
                <p:nvPr/>
              </p:nvSpPr>
              <p:spPr>
                <a:xfrm>
                  <a:off x="2750824" y="3170383"/>
                  <a:ext cx="954402" cy="483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двВП</m:t>
                            </m:r>
                          </m:sub>
                        </m:sSub>
                      </m:oMath>
                    </m:oMathPara>
                  </a14:m>
                  <a:endParaRPr lang="ru-RU" sz="2400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54466EE9-1146-4ECB-A8E9-E6D928E330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824" y="3170383"/>
                  <a:ext cx="954402" cy="483274"/>
                </a:xfrm>
                <a:prstGeom prst="rect">
                  <a:avLst/>
                </a:prstGeom>
                <a:blipFill>
                  <a:blip r:embed="rId13"/>
                  <a:stretch>
                    <a:fillRect l="-1274" r="-1274" b="-10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4" name="Прямая со стрелкой 113">
            <a:extLst>
              <a:ext uri="{FF2B5EF4-FFF2-40B4-BE49-F238E27FC236}">
                <a16:creationId xmlns:a16="http://schemas.microsoft.com/office/drawing/2014/main" id="{9B25057D-159D-4D0D-A95D-407EE8E055B1}"/>
              </a:ext>
            </a:extLst>
          </p:cNvPr>
          <p:cNvCxnSpPr>
            <a:cxnSpLocks/>
            <a:stCxn id="7" idx="3"/>
            <a:endCxn id="44" idx="1"/>
          </p:cNvCxnSpPr>
          <p:nvPr/>
        </p:nvCxnSpPr>
        <p:spPr>
          <a:xfrm flipV="1">
            <a:off x="2227568" y="1500113"/>
            <a:ext cx="506108" cy="20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5047CAE9-BA81-4723-8EF8-B14909568C69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771900" y="1504137"/>
            <a:ext cx="53958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0C9D4DA-D8A2-41C2-AD05-0768B1E9AFC8}"/>
                  </a:ext>
                </a:extLst>
              </p:cNvPr>
              <p:cNvSpPr txBox="1"/>
              <p:nvPr/>
            </p:nvSpPr>
            <p:spPr>
              <a:xfrm>
                <a:off x="3871308" y="1004539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0C9D4DA-D8A2-41C2-AD05-0768B1E9A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308" y="1004539"/>
                <a:ext cx="662567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Группа 116">
            <a:extLst>
              <a:ext uri="{FF2B5EF4-FFF2-40B4-BE49-F238E27FC236}">
                <a16:creationId xmlns:a16="http://schemas.microsoft.com/office/drawing/2014/main" id="{06ABDCDD-AAF9-4759-80E8-84CBBAC9FD18}"/>
              </a:ext>
            </a:extLst>
          </p:cNvPr>
          <p:cNvGrpSpPr/>
          <p:nvPr/>
        </p:nvGrpSpPr>
        <p:grpSpPr>
          <a:xfrm>
            <a:off x="1384623" y="2474615"/>
            <a:ext cx="861384" cy="800099"/>
            <a:chOff x="2514600" y="1688601"/>
            <a:chExt cx="861384" cy="800099"/>
          </a:xfrm>
        </p:grpSpPr>
        <p:sp>
          <p:nvSpPr>
            <p:cNvPr id="118" name="Блок-схема: процесс 117">
              <a:extLst>
                <a:ext uri="{FF2B5EF4-FFF2-40B4-BE49-F238E27FC236}">
                  <a16:creationId xmlns:a16="http://schemas.microsoft.com/office/drawing/2014/main" id="{38629496-96F7-43A7-AD62-0EEAB18DC6AC}"/>
                </a:ext>
              </a:extLst>
            </p:cNvPr>
            <p:cNvSpPr/>
            <p:nvPr/>
          </p:nvSpPr>
          <p:spPr>
            <a:xfrm>
              <a:off x="2514600" y="1688601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19" name="Прямая со стрелкой 118">
              <a:extLst>
                <a:ext uri="{FF2B5EF4-FFF2-40B4-BE49-F238E27FC236}">
                  <a16:creationId xmlns:a16="http://schemas.microsoft.com/office/drawing/2014/main" id="{DD907D54-47FE-453D-9014-B2E73ABD71BF}"/>
                </a:ext>
              </a:extLst>
            </p:cNvPr>
            <p:cNvCxnSpPr/>
            <p:nvPr/>
          </p:nvCxnSpPr>
          <p:spPr>
            <a:xfrm>
              <a:off x="2590800" y="2095500"/>
              <a:ext cx="7239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Прямая со стрелкой 119">
              <a:extLst>
                <a:ext uri="{FF2B5EF4-FFF2-40B4-BE49-F238E27FC236}">
                  <a16:creationId xmlns:a16="http://schemas.microsoft.com/office/drawing/2014/main" id="{16156712-E7FD-452E-8DFD-27CE01403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700" y="1746250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Прямая соединительная линия 120">
              <a:extLst>
                <a:ext uri="{FF2B5EF4-FFF2-40B4-BE49-F238E27FC236}">
                  <a16:creationId xmlns:a16="http://schemas.microsoft.com/office/drawing/2014/main" id="{46B6451D-833B-423F-A7E0-CC488C911AB5}"/>
                </a:ext>
              </a:extLst>
            </p:cNvPr>
            <p:cNvCxnSpPr/>
            <p:nvPr/>
          </p:nvCxnSpPr>
          <p:spPr>
            <a:xfrm flipV="1">
              <a:off x="3032125" y="1895475"/>
              <a:ext cx="104775" cy="2000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Прямая соединительная линия 121">
              <a:extLst>
                <a:ext uri="{FF2B5EF4-FFF2-40B4-BE49-F238E27FC236}">
                  <a16:creationId xmlns:a16="http://schemas.microsoft.com/office/drawing/2014/main" id="{A7730556-CE99-4985-ACF3-74636F8FA3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550" y="18975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Прямая соединительная линия 122">
              <a:extLst>
                <a:ext uri="{FF2B5EF4-FFF2-40B4-BE49-F238E27FC236}">
                  <a16:creationId xmlns:a16="http://schemas.microsoft.com/office/drawing/2014/main" id="{E34FCDE5-8151-4E0F-88BE-B4A02FD0C3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549" y="23420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Прямая соединительная линия 123">
              <a:extLst>
                <a:ext uri="{FF2B5EF4-FFF2-40B4-BE49-F238E27FC236}">
                  <a16:creationId xmlns:a16="http://schemas.microsoft.com/office/drawing/2014/main" id="{3547C4A9-5590-439F-95EA-A5F50F22A463}"/>
                </a:ext>
              </a:extLst>
            </p:cNvPr>
            <p:cNvCxnSpPr>
              <a:cxnSpLocks/>
            </p:cNvCxnSpPr>
            <p:nvPr/>
          </p:nvCxnSpPr>
          <p:spPr>
            <a:xfrm>
              <a:off x="2793041" y="2095499"/>
              <a:ext cx="2476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Прямая соединительная линия 124">
              <a:extLst>
                <a:ext uri="{FF2B5EF4-FFF2-40B4-BE49-F238E27FC236}">
                  <a16:creationId xmlns:a16="http://schemas.microsoft.com/office/drawing/2014/main" id="{E28D0064-C360-4FF2-93A8-F574B15AD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5900" y="2095498"/>
              <a:ext cx="52387" cy="246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Группа 125">
            <a:extLst>
              <a:ext uri="{FF2B5EF4-FFF2-40B4-BE49-F238E27FC236}">
                <a16:creationId xmlns:a16="http://schemas.microsoft.com/office/drawing/2014/main" id="{8ECAA185-FBC8-48DF-919C-8F790E980BC4}"/>
              </a:ext>
            </a:extLst>
          </p:cNvPr>
          <p:cNvGrpSpPr/>
          <p:nvPr/>
        </p:nvGrpSpPr>
        <p:grpSpPr>
          <a:xfrm>
            <a:off x="1391896" y="5202430"/>
            <a:ext cx="861384" cy="800099"/>
            <a:chOff x="2514600" y="1688601"/>
            <a:chExt cx="861384" cy="800099"/>
          </a:xfrm>
        </p:grpSpPr>
        <p:sp>
          <p:nvSpPr>
            <p:cNvPr id="127" name="Блок-схема: процесс 126">
              <a:extLst>
                <a:ext uri="{FF2B5EF4-FFF2-40B4-BE49-F238E27FC236}">
                  <a16:creationId xmlns:a16="http://schemas.microsoft.com/office/drawing/2014/main" id="{576815D0-DEA8-48C0-B1B7-510A8215F4FE}"/>
                </a:ext>
              </a:extLst>
            </p:cNvPr>
            <p:cNvSpPr/>
            <p:nvPr/>
          </p:nvSpPr>
          <p:spPr>
            <a:xfrm>
              <a:off x="2514600" y="1688601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8" name="Прямая со стрелкой 127">
              <a:extLst>
                <a:ext uri="{FF2B5EF4-FFF2-40B4-BE49-F238E27FC236}">
                  <a16:creationId xmlns:a16="http://schemas.microsoft.com/office/drawing/2014/main" id="{D2AB68A8-69F5-4E8D-8C3E-E3E7122C6BD9}"/>
                </a:ext>
              </a:extLst>
            </p:cNvPr>
            <p:cNvCxnSpPr/>
            <p:nvPr/>
          </p:nvCxnSpPr>
          <p:spPr>
            <a:xfrm>
              <a:off x="2590800" y="2095500"/>
              <a:ext cx="7239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 стрелкой 128">
              <a:extLst>
                <a:ext uri="{FF2B5EF4-FFF2-40B4-BE49-F238E27FC236}">
                  <a16:creationId xmlns:a16="http://schemas.microsoft.com/office/drawing/2014/main" id="{837E664D-68FF-48A6-A0C9-5D5CF217E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700" y="1746250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единительная линия 129">
              <a:extLst>
                <a:ext uri="{FF2B5EF4-FFF2-40B4-BE49-F238E27FC236}">
                  <a16:creationId xmlns:a16="http://schemas.microsoft.com/office/drawing/2014/main" id="{89D4DE88-123A-408E-B771-348C9929873F}"/>
                </a:ext>
              </a:extLst>
            </p:cNvPr>
            <p:cNvCxnSpPr/>
            <p:nvPr/>
          </p:nvCxnSpPr>
          <p:spPr>
            <a:xfrm flipV="1">
              <a:off x="3032125" y="1895475"/>
              <a:ext cx="104775" cy="2000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единительная линия 130">
              <a:extLst>
                <a:ext uri="{FF2B5EF4-FFF2-40B4-BE49-F238E27FC236}">
                  <a16:creationId xmlns:a16="http://schemas.microsoft.com/office/drawing/2014/main" id="{E87DA166-91F2-4EC2-BDCA-33962D2C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550" y="18975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Прямая соединительная линия 131">
              <a:extLst>
                <a:ext uri="{FF2B5EF4-FFF2-40B4-BE49-F238E27FC236}">
                  <a16:creationId xmlns:a16="http://schemas.microsoft.com/office/drawing/2014/main" id="{53F4F208-F8FD-4BFE-B4FE-D89E55C48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549" y="23420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Прямая соединительная линия 132">
              <a:extLst>
                <a:ext uri="{FF2B5EF4-FFF2-40B4-BE49-F238E27FC236}">
                  <a16:creationId xmlns:a16="http://schemas.microsoft.com/office/drawing/2014/main" id="{31393739-0AB0-4EE4-AFE6-5212BDED6E59}"/>
                </a:ext>
              </a:extLst>
            </p:cNvPr>
            <p:cNvCxnSpPr>
              <a:cxnSpLocks/>
            </p:cNvCxnSpPr>
            <p:nvPr/>
          </p:nvCxnSpPr>
          <p:spPr>
            <a:xfrm>
              <a:off x="2793041" y="2095499"/>
              <a:ext cx="2476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Прямая соединительная линия 133">
              <a:extLst>
                <a:ext uri="{FF2B5EF4-FFF2-40B4-BE49-F238E27FC236}">
                  <a16:creationId xmlns:a16="http://schemas.microsoft.com/office/drawing/2014/main" id="{0C5B09A8-05AA-4C62-A593-BCDB72518F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5900" y="2095498"/>
              <a:ext cx="52387" cy="246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" name="Прямая со стрелкой 134">
            <a:extLst>
              <a:ext uri="{FF2B5EF4-FFF2-40B4-BE49-F238E27FC236}">
                <a16:creationId xmlns:a16="http://schemas.microsoft.com/office/drawing/2014/main" id="{6EE6AA9B-7931-4E30-8EBC-4B38BB5EE9BC}"/>
              </a:ext>
            </a:extLst>
          </p:cNvPr>
          <p:cNvCxnSpPr>
            <a:cxnSpLocks/>
          </p:cNvCxnSpPr>
          <p:nvPr/>
        </p:nvCxnSpPr>
        <p:spPr>
          <a:xfrm flipV="1">
            <a:off x="2267322" y="2893292"/>
            <a:ext cx="506108" cy="20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35">
            <a:extLst>
              <a:ext uri="{FF2B5EF4-FFF2-40B4-BE49-F238E27FC236}">
                <a16:creationId xmlns:a16="http://schemas.microsoft.com/office/drawing/2014/main" id="{D53A72CD-1AEB-4480-958C-F95CD2271072}"/>
              </a:ext>
            </a:extLst>
          </p:cNvPr>
          <p:cNvCxnSpPr>
            <a:cxnSpLocks/>
          </p:cNvCxnSpPr>
          <p:nvPr/>
        </p:nvCxnSpPr>
        <p:spPr>
          <a:xfrm flipV="1">
            <a:off x="2260301" y="5609327"/>
            <a:ext cx="506108" cy="20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>
            <a:extLst>
              <a:ext uri="{FF2B5EF4-FFF2-40B4-BE49-F238E27FC236}">
                <a16:creationId xmlns:a16="http://schemas.microsoft.com/office/drawing/2014/main" id="{AABB8608-5504-4096-82EF-56B6FE8C4871}"/>
              </a:ext>
            </a:extLst>
          </p:cNvPr>
          <p:cNvCxnSpPr>
            <a:cxnSpLocks/>
          </p:cNvCxnSpPr>
          <p:nvPr/>
        </p:nvCxnSpPr>
        <p:spPr>
          <a:xfrm>
            <a:off x="3811654" y="2893292"/>
            <a:ext cx="8613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3DF5E92-C3D3-4B24-971A-7EBB591960AD}"/>
                  </a:ext>
                </a:extLst>
              </p:cNvPr>
              <p:cNvSpPr txBox="1"/>
              <p:nvPr/>
            </p:nvSpPr>
            <p:spPr>
              <a:xfrm>
                <a:off x="3911062" y="2393694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3DF5E92-C3D3-4B24-971A-7EBB59196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062" y="2393694"/>
                <a:ext cx="662567" cy="461665"/>
              </a:xfrm>
              <a:prstGeom prst="rect">
                <a:avLst/>
              </a:prstGeom>
              <a:blipFill>
                <a:blip r:embed="rId1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Прямая со стрелкой 138">
            <a:extLst>
              <a:ext uri="{FF2B5EF4-FFF2-40B4-BE49-F238E27FC236}">
                <a16:creationId xmlns:a16="http://schemas.microsoft.com/office/drawing/2014/main" id="{47F94F09-E12B-4FCA-A857-B3DAE5E41FCE}"/>
              </a:ext>
            </a:extLst>
          </p:cNvPr>
          <p:cNvCxnSpPr>
            <a:cxnSpLocks/>
          </p:cNvCxnSpPr>
          <p:nvPr/>
        </p:nvCxnSpPr>
        <p:spPr>
          <a:xfrm flipV="1">
            <a:off x="3810545" y="5599804"/>
            <a:ext cx="1564629" cy="95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3DD526F-2BFF-4861-8037-CC51C95EE10C}"/>
                  </a:ext>
                </a:extLst>
              </p:cNvPr>
              <p:cNvSpPr txBox="1"/>
              <p:nvPr/>
            </p:nvSpPr>
            <p:spPr>
              <a:xfrm>
                <a:off x="3909953" y="5109729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3DD526F-2BFF-4861-8037-CC51C95EE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953" y="5109729"/>
                <a:ext cx="662567" cy="461665"/>
              </a:xfrm>
              <a:prstGeom prst="rect">
                <a:avLst/>
              </a:prstGeom>
              <a:blipFill>
                <a:blip r:embed="rId1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Блок-схема: процесс 55">
            <a:extLst>
              <a:ext uri="{FF2B5EF4-FFF2-40B4-BE49-F238E27FC236}">
                <a16:creationId xmlns:a16="http://schemas.microsoft.com/office/drawing/2014/main" id="{D0788644-6519-46A5-8DAF-0E2AFEFED6B3}"/>
              </a:ext>
            </a:extLst>
          </p:cNvPr>
          <p:cNvSpPr/>
          <p:nvPr/>
        </p:nvSpPr>
        <p:spPr>
          <a:xfrm>
            <a:off x="9167768" y="1217074"/>
            <a:ext cx="662567" cy="609084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143" name="Прямая соединительная линия 142">
            <a:extLst>
              <a:ext uri="{FF2B5EF4-FFF2-40B4-BE49-F238E27FC236}">
                <a16:creationId xmlns:a16="http://schemas.microsoft.com/office/drawing/2014/main" id="{0677F4CA-8C43-43F6-8996-2BD4D86F4865}"/>
              </a:ext>
            </a:extLst>
          </p:cNvPr>
          <p:cNvCxnSpPr>
            <a:cxnSpLocks/>
          </p:cNvCxnSpPr>
          <p:nvPr/>
        </p:nvCxnSpPr>
        <p:spPr>
          <a:xfrm flipV="1">
            <a:off x="4671929" y="2357422"/>
            <a:ext cx="0" cy="5358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Прямая соединительная линия 145">
            <a:extLst>
              <a:ext uri="{FF2B5EF4-FFF2-40B4-BE49-F238E27FC236}">
                <a16:creationId xmlns:a16="http://schemas.microsoft.com/office/drawing/2014/main" id="{B07BA2E7-0BD0-49FF-95CE-058964603D06}"/>
              </a:ext>
            </a:extLst>
          </p:cNvPr>
          <p:cNvCxnSpPr>
            <a:cxnSpLocks/>
          </p:cNvCxnSpPr>
          <p:nvPr/>
        </p:nvCxnSpPr>
        <p:spPr>
          <a:xfrm flipV="1">
            <a:off x="5367254" y="3205683"/>
            <a:ext cx="0" cy="24036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Блок-схема: процесс 149">
            <a:extLst>
              <a:ext uri="{FF2B5EF4-FFF2-40B4-BE49-F238E27FC236}">
                <a16:creationId xmlns:a16="http://schemas.microsoft.com/office/drawing/2014/main" id="{3D87E27E-DC6D-476E-870E-6DCC1446CF05}"/>
              </a:ext>
            </a:extLst>
          </p:cNvPr>
          <p:cNvSpPr/>
          <p:nvPr/>
        </p:nvSpPr>
        <p:spPr>
          <a:xfrm>
            <a:off x="9167768" y="3845991"/>
            <a:ext cx="662567" cy="609084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51" name="Прямая со стрелкой 150">
            <a:extLst>
              <a:ext uri="{FF2B5EF4-FFF2-40B4-BE49-F238E27FC236}">
                <a16:creationId xmlns:a16="http://schemas.microsoft.com/office/drawing/2014/main" id="{2D05703F-233C-4DE5-88EF-7B15731985E5}"/>
              </a:ext>
            </a:extLst>
          </p:cNvPr>
          <p:cNvCxnSpPr>
            <a:cxnSpLocks/>
            <a:stCxn id="167" idx="6"/>
            <a:endCxn id="152" idx="1"/>
          </p:cNvCxnSpPr>
          <p:nvPr/>
        </p:nvCxnSpPr>
        <p:spPr>
          <a:xfrm>
            <a:off x="5454462" y="4926050"/>
            <a:ext cx="288661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Блок-схема: процесс 151">
            <a:extLst>
              <a:ext uri="{FF2B5EF4-FFF2-40B4-BE49-F238E27FC236}">
                <a16:creationId xmlns:a16="http://schemas.microsoft.com/office/drawing/2014/main" id="{38267AE9-2C3C-4CA2-A3A5-9FE4AA8C46DD}"/>
              </a:ext>
            </a:extLst>
          </p:cNvPr>
          <p:cNvSpPr/>
          <p:nvPr/>
        </p:nvSpPr>
        <p:spPr>
          <a:xfrm>
            <a:off x="8341073" y="4613583"/>
            <a:ext cx="662563" cy="624935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71C6A762-6AA1-4A5A-A3F7-EFA148E37872}"/>
                  </a:ext>
                </a:extLst>
              </p:cNvPr>
              <p:cNvSpPr txBox="1"/>
              <p:nvPr/>
            </p:nvSpPr>
            <p:spPr>
              <a:xfrm>
                <a:off x="8386458" y="4661434"/>
                <a:ext cx="617178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71C6A762-6AA1-4A5A-A3F7-EFA148E37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458" y="4661434"/>
                <a:ext cx="617178" cy="490840"/>
              </a:xfrm>
              <a:prstGeom prst="rect">
                <a:avLst/>
              </a:prstGeom>
              <a:blipFill>
                <a:blip r:embed="rId1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Прямая со стрелкой 157">
            <a:extLst>
              <a:ext uri="{FF2B5EF4-FFF2-40B4-BE49-F238E27FC236}">
                <a16:creationId xmlns:a16="http://schemas.microsoft.com/office/drawing/2014/main" id="{81CA7A7E-E49B-427B-9279-97CB14E0310D}"/>
              </a:ext>
            </a:extLst>
          </p:cNvPr>
          <p:cNvCxnSpPr>
            <a:cxnSpLocks/>
          </p:cNvCxnSpPr>
          <p:nvPr/>
        </p:nvCxnSpPr>
        <p:spPr>
          <a:xfrm>
            <a:off x="5714999" y="5599804"/>
            <a:ext cx="42760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Блок-схема: процесс 158">
            <a:extLst>
              <a:ext uri="{FF2B5EF4-FFF2-40B4-BE49-F238E27FC236}">
                <a16:creationId xmlns:a16="http://schemas.microsoft.com/office/drawing/2014/main" id="{9784404F-C0AE-4290-AFEE-D9A083D066B9}"/>
              </a:ext>
            </a:extLst>
          </p:cNvPr>
          <p:cNvSpPr/>
          <p:nvPr/>
        </p:nvSpPr>
        <p:spPr>
          <a:xfrm>
            <a:off x="6150522" y="5258635"/>
            <a:ext cx="662563" cy="624935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5715E0D-5239-4215-BDF2-CEDC1164F596}"/>
                  </a:ext>
                </a:extLst>
              </p:cNvPr>
              <p:cNvSpPr txBox="1"/>
              <p:nvPr/>
            </p:nvSpPr>
            <p:spPr>
              <a:xfrm>
                <a:off x="6163405" y="5309211"/>
                <a:ext cx="6171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5715E0D-5239-4215-BDF2-CEDC1164F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05" y="5309211"/>
                <a:ext cx="617178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4" name="Прямая соединительная линия 163">
            <a:extLst>
              <a:ext uri="{FF2B5EF4-FFF2-40B4-BE49-F238E27FC236}">
                <a16:creationId xmlns:a16="http://schemas.microsoft.com/office/drawing/2014/main" id="{553EED2F-A219-49F7-9A39-2391FFF8C6C5}"/>
              </a:ext>
            </a:extLst>
          </p:cNvPr>
          <p:cNvCxnSpPr>
            <a:cxnSpLocks/>
          </p:cNvCxnSpPr>
          <p:nvPr/>
        </p:nvCxnSpPr>
        <p:spPr>
          <a:xfrm flipV="1">
            <a:off x="5715000" y="2357421"/>
            <a:ext cx="0" cy="32450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Овал 165">
            <a:extLst>
              <a:ext uri="{FF2B5EF4-FFF2-40B4-BE49-F238E27FC236}">
                <a16:creationId xmlns:a16="http://schemas.microsoft.com/office/drawing/2014/main" id="{84FE2778-B92B-4852-9A11-F2FFBC2B50A1}"/>
              </a:ext>
            </a:extLst>
          </p:cNvPr>
          <p:cNvSpPr/>
          <p:nvPr/>
        </p:nvSpPr>
        <p:spPr>
          <a:xfrm>
            <a:off x="5627792" y="2259167"/>
            <a:ext cx="174416" cy="17284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7" name="Овал 166">
            <a:extLst>
              <a:ext uri="{FF2B5EF4-FFF2-40B4-BE49-F238E27FC236}">
                <a16:creationId xmlns:a16="http://schemas.microsoft.com/office/drawing/2014/main" id="{F30C51B8-F981-4892-A1BF-83F462636522}"/>
              </a:ext>
            </a:extLst>
          </p:cNvPr>
          <p:cNvSpPr/>
          <p:nvPr/>
        </p:nvSpPr>
        <p:spPr>
          <a:xfrm>
            <a:off x="5280046" y="4839628"/>
            <a:ext cx="174416" cy="17284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1" name="Прямая со стрелкой 170">
            <a:extLst>
              <a:ext uri="{FF2B5EF4-FFF2-40B4-BE49-F238E27FC236}">
                <a16:creationId xmlns:a16="http://schemas.microsoft.com/office/drawing/2014/main" id="{F3A5DC3E-639F-4E31-A7B9-6DA11BFFE3EA}"/>
              </a:ext>
            </a:extLst>
          </p:cNvPr>
          <p:cNvCxnSpPr>
            <a:cxnSpLocks/>
          </p:cNvCxnSpPr>
          <p:nvPr/>
        </p:nvCxnSpPr>
        <p:spPr>
          <a:xfrm>
            <a:off x="504825" y="4208939"/>
            <a:ext cx="8613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B1E585E1-8DCE-4192-A248-AC4CEDD68BE5}"/>
                  </a:ext>
                </a:extLst>
              </p:cNvPr>
              <p:cNvSpPr txBox="1"/>
              <p:nvPr/>
            </p:nvSpPr>
            <p:spPr>
              <a:xfrm>
                <a:off x="604233" y="3702102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B1E585E1-8DCE-4192-A248-AC4CEDD68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33" y="3702102"/>
                <a:ext cx="662567" cy="461665"/>
              </a:xfrm>
              <a:prstGeom prst="rect">
                <a:avLst/>
              </a:prstGeom>
              <a:blipFill>
                <a:blip r:embed="rId19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3" name="Группа 172">
            <a:extLst>
              <a:ext uri="{FF2B5EF4-FFF2-40B4-BE49-F238E27FC236}">
                <a16:creationId xmlns:a16="http://schemas.microsoft.com/office/drawing/2014/main" id="{38BB1CDC-D4BA-4912-B1CA-0E03A92426A8}"/>
              </a:ext>
            </a:extLst>
          </p:cNvPr>
          <p:cNvGrpSpPr/>
          <p:nvPr/>
        </p:nvGrpSpPr>
        <p:grpSpPr>
          <a:xfrm>
            <a:off x="2775024" y="3863682"/>
            <a:ext cx="1038224" cy="679449"/>
            <a:chOff x="2733676" y="3089275"/>
            <a:chExt cx="1038224" cy="679449"/>
          </a:xfrm>
        </p:grpSpPr>
        <p:sp>
          <p:nvSpPr>
            <p:cNvPr id="174" name="Блок-схема: процесс 173">
              <a:extLst>
                <a:ext uri="{FF2B5EF4-FFF2-40B4-BE49-F238E27FC236}">
                  <a16:creationId xmlns:a16="http://schemas.microsoft.com/office/drawing/2014/main" id="{5CEB6207-6CE3-4DC1-98F5-76F8D3322D14}"/>
                </a:ext>
              </a:extLst>
            </p:cNvPr>
            <p:cNvSpPr/>
            <p:nvPr/>
          </p:nvSpPr>
          <p:spPr>
            <a:xfrm>
              <a:off x="2733676" y="3089275"/>
              <a:ext cx="1038224" cy="67944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00D3F407-2552-4F17-854C-E2C6F26D383B}"/>
                    </a:ext>
                  </a:extLst>
                </p:cNvPr>
                <p:cNvSpPr txBox="1"/>
                <p:nvPr/>
              </p:nvSpPr>
              <p:spPr>
                <a:xfrm>
                  <a:off x="2750824" y="3170383"/>
                  <a:ext cx="954402" cy="483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двВЗ</m:t>
                            </m:r>
                          </m:sub>
                        </m:sSub>
                      </m:oMath>
                    </m:oMathPara>
                  </a14:m>
                  <a:endParaRPr lang="ru-RU" sz="2400" dirty="0"/>
                </a:p>
              </p:txBody>
            </p:sp>
          </mc:Choice>
          <mc:Fallback xmlns=""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00D3F407-2552-4F17-854C-E2C6F26D3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824" y="3170383"/>
                  <a:ext cx="954402" cy="483274"/>
                </a:xfrm>
                <a:prstGeom prst="rect">
                  <a:avLst/>
                </a:prstGeom>
                <a:blipFill>
                  <a:blip r:embed="rId20"/>
                  <a:stretch>
                    <a:fillRect l="-637" b="-1139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6" name="Группа 175">
            <a:extLst>
              <a:ext uri="{FF2B5EF4-FFF2-40B4-BE49-F238E27FC236}">
                <a16:creationId xmlns:a16="http://schemas.microsoft.com/office/drawing/2014/main" id="{41414893-E786-406D-8373-C4B199690FC5}"/>
              </a:ext>
            </a:extLst>
          </p:cNvPr>
          <p:cNvGrpSpPr/>
          <p:nvPr/>
        </p:nvGrpSpPr>
        <p:grpSpPr>
          <a:xfrm>
            <a:off x="1383976" y="3808889"/>
            <a:ext cx="861384" cy="800099"/>
            <a:chOff x="2514600" y="1688601"/>
            <a:chExt cx="861384" cy="800099"/>
          </a:xfrm>
        </p:grpSpPr>
        <p:sp>
          <p:nvSpPr>
            <p:cNvPr id="177" name="Блок-схема: процесс 176">
              <a:extLst>
                <a:ext uri="{FF2B5EF4-FFF2-40B4-BE49-F238E27FC236}">
                  <a16:creationId xmlns:a16="http://schemas.microsoft.com/office/drawing/2014/main" id="{056423DC-4D7A-4686-A665-AF4F581917B4}"/>
                </a:ext>
              </a:extLst>
            </p:cNvPr>
            <p:cNvSpPr/>
            <p:nvPr/>
          </p:nvSpPr>
          <p:spPr>
            <a:xfrm>
              <a:off x="2514600" y="1688601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78" name="Прямая со стрелкой 177">
              <a:extLst>
                <a:ext uri="{FF2B5EF4-FFF2-40B4-BE49-F238E27FC236}">
                  <a16:creationId xmlns:a16="http://schemas.microsoft.com/office/drawing/2014/main" id="{221D9DC8-B7B5-4412-84F3-13E3B80E2FBA}"/>
                </a:ext>
              </a:extLst>
            </p:cNvPr>
            <p:cNvCxnSpPr/>
            <p:nvPr/>
          </p:nvCxnSpPr>
          <p:spPr>
            <a:xfrm>
              <a:off x="2590800" y="2095500"/>
              <a:ext cx="7239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Прямая со стрелкой 178">
              <a:extLst>
                <a:ext uri="{FF2B5EF4-FFF2-40B4-BE49-F238E27FC236}">
                  <a16:creationId xmlns:a16="http://schemas.microsoft.com/office/drawing/2014/main" id="{2C97F5D8-27E2-4818-9660-C4B6AD792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700" y="1746250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Прямая соединительная линия 179">
              <a:extLst>
                <a:ext uri="{FF2B5EF4-FFF2-40B4-BE49-F238E27FC236}">
                  <a16:creationId xmlns:a16="http://schemas.microsoft.com/office/drawing/2014/main" id="{D3026D46-7709-49C1-92D0-E325A6F5FA77}"/>
                </a:ext>
              </a:extLst>
            </p:cNvPr>
            <p:cNvCxnSpPr/>
            <p:nvPr/>
          </p:nvCxnSpPr>
          <p:spPr>
            <a:xfrm flipV="1">
              <a:off x="3032125" y="1895475"/>
              <a:ext cx="104775" cy="2000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Прямая соединительная линия 180">
              <a:extLst>
                <a:ext uri="{FF2B5EF4-FFF2-40B4-BE49-F238E27FC236}">
                  <a16:creationId xmlns:a16="http://schemas.microsoft.com/office/drawing/2014/main" id="{A122B67C-11D9-4670-B8BA-B05B9CBA87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550" y="18975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Прямая соединительная линия 181">
              <a:extLst>
                <a:ext uri="{FF2B5EF4-FFF2-40B4-BE49-F238E27FC236}">
                  <a16:creationId xmlns:a16="http://schemas.microsoft.com/office/drawing/2014/main" id="{30738E7C-C2D6-42EA-9906-3BB287BC7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549" y="23420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Прямая соединительная линия 182">
              <a:extLst>
                <a:ext uri="{FF2B5EF4-FFF2-40B4-BE49-F238E27FC236}">
                  <a16:creationId xmlns:a16="http://schemas.microsoft.com/office/drawing/2014/main" id="{23B62DDE-11FD-47CA-8A0A-CB009CDF5EFE}"/>
                </a:ext>
              </a:extLst>
            </p:cNvPr>
            <p:cNvCxnSpPr>
              <a:cxnSpLocks/>
            </p:cNvCxnSpPr>
            <p:nvPr/>
          </p:nvCxnSpPr>
          <p:spPr>
            <a:xfrm>
              <a:off x="2793041" y="2095499"/>
              <a:ext cx="2476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Прямая соединительная линия 183">
              <a:extLst>
                <a:ext uri="{FF2B5EF4-FFF2-40B4-BE49-F238E27FC236}">
                  <a16:creationId xmlns:a16="http://schemas.microsoft.com/office/drawing/2014/main" id="{29C1BE3E-F1B1-4012-ABE2-D999AAFE95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5900" y="2095498"/>
              <a:ext cx="52387" cy="246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5" name="Прямая со стрелкой 184">
            <a:extLst>
              <a:ext uri="{FF2B5EF4-FFF2-40B4-BE49-F238E27FC236}">
                <a16:creationId xmlns:a16="http://schemas.microsoft.com/office/drawing/2014/main" id="{56FB3C27-2694-4BE5-A822-E55618277D9D}"/>
              </a:ext>
            </a:extLst>
          </p:cNvPr>
          <p:cNvCxnSpPr>
            <a:cxnSpLocks/>
          </p:cNvCxnSpPr>
          <p:nvPr/>
        </p:nvCxnSpPr>
        <p:spPr>
          <a:xfrm flipV="1">
            <a:off x="2266675" y="4227566"/>
            <a:ext cx="506108" cy="20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Прямая со стрелкой 185">
            <a:extLst>
              <a:ext uri="{FF2B5EF4-FFF2-40B4-BE49-F238E27FC236}">
                <a16:creationId xmlns:a16="http://schemas.microsoft.com/office/drawing/2014/main" id="{E94BD5C0-E0BF-4AE7-B46B-FFD20973B85F}"/>
              </a:ext>
            </a:extLst>
          </p:cNvPr>
          <p:cNvCxnSpPr>
            <a:cxnSpLocks/>
            <a:endCxn id="227" idx="1"/>
          </p:cNvCxnSpPr>
          <p:nvPr/>
        </p:nvCxnSpPr>
        <p:spPr>
          <a:xfrm flipV="1">
            <a:off x="3811007" y="4189234"/>
            <a:ext cx="23547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07311103-41AF-43B9-A5A8-AEB9CEC0D342}"/>
                  </a:ext>
                </a:extLst>
              </p:cNvPr>
              <p:cNvSpPr txBox="1"/>
              <p:nvPr/>
            </p:nvSpPr>
            <p:spPr>
              <a:xfrm>
                <a:off x="3910415" y="3727968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07311103-41AF-43B9-A5A8-AEB9CEC0D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415" y="3727968"/>
                <a:ext cx="662567" cy="461665"/>
              </a:xfrm>
              <a:prstGeom prst="rect">
                <a:avLst/>
              </a:prstGeom>
              <a:blipFill>
                <a:blip r:embed="rId21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Блок-схема: узел суммирования 187">
            <a:extLst>
              <a:ext uri="{FF2B5EF4-FFF2-40B4-BE49-F238E27FC236}">
                <a16:creationId xmlns:a16="http://schemas.microsoft.com/office/drawing/2014/main" id="{6FFD159C-E545-4CBB-9B2A-D6FE0CE7456B}"/>
              </a:ext>
            </a:extLst>
          </p:cNvPr>
          <p:cNvSpPr/>
          <p:nvPr/>
        </p:nvSpPr>
        <p:spPr>
          <a:xfrm>
            <a:off x="8322023" y="2039866"/>
            <a:ext cx="662563" cy="63008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1" name="Прямая со стрелкой 190">
            <a:extLst>
              <a:ext uri="{FF2B5EF4-FFF2-40B4-BE49-F238E27FC236}">
                <a16:creationId xmlns:a16="http://schemas.microsoft.com/office/drawing/2014/main" id="{327C8E6A-E17F-46B5-9623-27B8EC05B27F}"/>
              </a:ext>
            </a:extLst>
          </p:cNvPr>
          <p:cNvCxnSpPr>
            <a:cxnSpLocks/>
            <a:endCxn id="188" idx="2"/>
          </p:cNvCxnSpPr>
          <p:nvPr/>
        </p:nvCxnSpPr>
        <p:spPr>
          <a:xfrm flipV="1">
            <a:off x="4671929" y="2354910"/>
            <a:ext cx="3650094" cy="12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Прямая со стрелкой 192">
            <a:extLst>
              <a:ext uri="{FF2B5EF4-FFF2-40B4-BE49-F238E27FC236}">
                <a16:creationId xmlns:a16="http://schemas.microsoft.com/office/drawing/2014/main" id="{A7FBB389-BEA2-4FEE-972A-625CD1230319}"/>
              </a:ext>
            </a:extLst>
          </p:cNvPr>
          <p:cNvCxnSpPr>
            <a:cxnSpLocks/>
          </p:cNvCxnSpPr>
          <p:nvPr/>
        </p:nvCxnSpPr>
        <p:spPr>
          <a:xfrm flipV="1">
            <a:off x="8653304" y="2652775"/>
            <a:ext cx="0" cy="3520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Прямая соединительная линия 196">
            <a:extLst>
              <a:ext uri="{FF2B5EF4-FFF2-40B4-BE49-F238E27FC236}">
                <a16:creationId xmlns:a16="http://schemas.microsoft.com/office/drawing/2014/main" id="{63E65D77-2063-4330-A89D-BD9362578850}"/>
              </a:ext>
            </a:extLst>
          </p:cNvPr>
          <p:cNvCxnSpPr>
            <a:cxnSpLocks/>
          </p:cNvCxnSpPr>
          <p:nvPr/>
        </p:nvCxnSpPr>
        <p:spPr>
          <a:xfrm flipV="1">
            <a:off x="4929104" y="3004794"/>
            <a:ext cx="0" cy="11986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Прямая соединительная линия 199">
            <a:extLst>
              <a:ext uri="{FF2B5EF4-FFF2-40B4-BE49-F238E27FC236}">
                <a16:creationId xmlns:a16="http://schemas.microsoft.com/office/drawing/2014/main" id="{CEBF376A-6F3B-4539-B4DD-99846B2B2FAD}"/>
              </a:ext>
            </a:extLst>
          </p:cNvPr>
          <p:cNvCxnSpPr>
            <a:cxnSpLocks/>
          </p:cNvCxnSpPr>
          <p:nvPr/>
        </p:nvCxnSpPr>
        <p:spPr>
          <a:xfrm>
            <a:off x="4939652" y="3004794"/>
            <a:ext cx="37136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Блок-схема: узел суммирования 208">
            <a:extLst>
              <a:ext uri="{FF2B5EF4-FFF2-40B4-BE49-F238E27FC236}">
                <a16:creationId xmlns:a16="http://schemas.microsoft.com/office/drawing/2014/main" id="{51BB3EAA-92C4-4694-B611-99EC6B3DAD04}"/>
              </a:ext>
            </a:extLst>
          </p:cNvPr>
          <p:cNvSpPr/>
          <p:nvPr/>
        </p:nvSpPr>
        <p:spPr>
          <a:xfrm>
            <a:off x="7511897" y="5254378"/>
            <a:ext cx="662563" cy="63008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7" name="Прямая со стрелкой 216">
            <a:extLst>
              <a:ext uri="{FF2B5EF4-FFF2-40B4-BE49-F238E27FC236}">
                <a16:creationId xmlns:a16="http://schemas.microsoft.com/office/drawing/2014/main" id="{22C6489F-B56A-4929-B10F-0F37E6CD0214}"/>
              </a:ext>
            </a:extLst>
          </p:cNvPr>
          <p:cNvCxnSpPr>
            <a:cxnSpLocks/>
            <a:stCxn id="159" idx="3"/>
            <a:endCxn id="209" idx="2"/>
          </p:cNvCxnSpPr>
          <p:nvPr/>
        </p:nvCxnSpPr>
        <p:spPr>
          <a:xfrm flipV="1">
            <a:off x="6813085" y="5569422"/>
            <a:ext cx="698812" cy="16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рямая со стрелкой 221">
            <a:extLst>
              <a:ext uri="{FF2B5EF4-FFF2-40B4-BE49-F238E27FC236}">
                <a16:creationId xmlns:a16="http://schemas.microsoft.com/office/drawing/2014/main" id="{9F47FBD7-98DC-4C30-AF67-495B25423301}"/>
              </a:ext>
            </a:extLst>
          </p:cNvPr>
          <p:cNvCxnSpPr>
            <a:cxnSpLocks/>
            <a:stCxn id="225" idx="2"/>
            <a:endCxn id="209" idx="0"/>
          </p:cNvCxnSpPr>
          <p:nvPr/>
        </p:nvCxnSpPr>
        <p:spPr>
          <a:xfrm>
            <a:off x="7838975" y="4479166"/>
            <a:ext cx="4204" cy="775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Блок-схема: процесс 224">
            <a:extLst>
              <a:ext uri="{FF2B5EF4-FFF2-40B4-BE49-F238E27FC236}">
                <a16:creationId xmlns:a16="http://schemas.microsoft.com/office/drawing/2014/main" id="{D32C39BD-2368-4884-B083-599B5DCBDD0D}"/>
              </a:ext>
            </a:extLst>
          </p:cNvPr>
          <p:cNvSpPr/>
          <p:nvPr/>
        </p:nvSpPr>
        <p:spPr>
          <a:xfrm>
            <a:off x="7507691" y="3870082"/>
            <a:ext cx="662567" cy="609084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27" name="Блок-схема: процесс 226">
            <a:extLst>
              <a:ext uri="{FF2B5EF4-FFF2-40B4-BE49-F238E27FC236}">
                <a16:creationId xmlns:a16="http://schemas.microsoft.com/office/drawing/2014/main" id="{1B648CC5-649F-43E5-9404-48F39B91462A}"/>
              </a:ext>
            </a:extLst>
          </p:cNvPr>
          <p:cNvSpPr/>
          <p:nvPr/>
        </p:nvSpPr>
        <p:spPr>
          <a:xfrm>
            <a:off x="6165784" y="3876766"/>
            <a:ext cx="662563" cy="624935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B1FD4958-6143-42BC-94BC-C41D6E671DCA}"/>
                  </a:ext>
                </a:extLst>
              </p:cNvPr>
              <p:cNvSpPr txBox="1"/>
              <p:nvPr/>
            </p:nvSpPr>
            <p:spPr>
              <a:xfrm>
                <a:off x="6178667" y="3927342"/>
                <a:ext cx="6171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з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B1FD4958-6143-42BC-94BC-C41D6E671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667" y="3927342"/>
                <a:ext cx="617178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3" name="Прямая со стрелкой 232">
            <a:extLst>
              <a:ext uri="{FF2B5EF4-FFF2-40B4-BE49-F238E27FC236}">
                <a16:creationId xmlns:a16="http://schemas.microsoft.com/office/drawing/2014/main" id="{91ED49A4-8E95-4072-8D11-C4270B5F78BC}"/>
              </a:ext>
            </a:extLst>
          </p:cNvPr>
          <p:cNvCxnSpPr>
            <a:cxnSpLocks/>
            <a:stCxn id="227" idx="3"/>
          </p:cNvCxnSpPr>
          <p:nvPr/>
        </p:nvCxnSpPr>
        <p:spPr>
          <a:xfrm>
            <a:off x="6828347" y="4189234"/>
            <a:ext cx="679344" cy="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Овал 234">
            <a:extLst>
              <a:ext uri="{FF2B5EF4-FFF2-40B4-BE49-F238E27FC236}">
                <a16:creationId xmlns:a16="http://schemas.microsoft.com/office/drawing/2014/main" id="{2AEA2E1A-3300-4ED6-953D-F32729C32D5B}"/>
              </a:ext>
            </a:extLst>
          </p:cNvPr>
          <p:cNvSpPr/>
          <p:nvPr/>
        </p:nvSpPr>
        <p:spPr>
          <a:xfrm>
            <a:off x="4836715" y="4088202"/>
            <a:ext cx="174416" cy="17284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17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  <a:r>
              <a:rPr lang="en-US" dirty="0"/>
              <a:t> 1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9" name="Содержимое 4">
            <a:extLst>
              <a:ext uri="{FF2B5EF4-FFF2-40B4-BE49-F238E27FC236}">
                <a16:creationId xmlns:a16="http://schemas.microsoft.com/office/drawing/2014/main" id="{876F03EA-4698-40BD-B464-F6CD2D34B945}"/>
              </a:ext>
            </a:extLst>
          </p:cNvPr>
          <p:cNvSpPr txBox="1">
            <a:spLocks/>
          </p:cNvSpPr>
          <p:nvPr/>
        </p:nvSpPr>
        <p:spPr>
          <a:xfrm>
            <a:off x="332182" y="967154"/>
            <a:ext cx="11527636" cy="1442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Построить модель движительно-рулевого комплекса ПА «Износ».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400" u="sng" dirty="0"/>
              <a:t>Подсказка: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Недостающие данные вводить в виде параметров, которые могут быть вычислены. </a:t>
            </a:r>
          </a:p>
        </p:txBody>
      </p:sp>
      <p:pic>
        <p:nvPicPr>
          <p:cNvPr id="6" name="Picture 2" descr="\\s001\projects\Iznos\!ТЕЗИСЫ\Гидроприбор (МПО-МС-2015)\Гладкова_МПО-МС-2015\Для презентации\аппарат.jpg">
            <a:extLst>
              <a:ext uri="{FF2B5EF4-FFF2-40B4-BE49-F238E27FC236}">
                <a16:creationId xmlns:a16="http://schemas.microsoft.com/office/drawing/2014/main" id="{1CE3F4FF-32E2-4EF2-A4CB-40C66C131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2182" y="2396755"/>
            <a:ext cx="4830679" cy="3938888"/>
          </a:xfrm>
          <a:prstGeom prst="rect">
            <a:avLst/>
          </a:prstGeom>
          <a:noFill/>
        </p:spPr>
      </p:pic>
      <p:pic>
        <p:nvPicPr>
          <p:cNvPr id="7" name="Picture 3" descr="\\s001\projects\Iznos\!ТЕЗИСЫ\Гидроприбор (МПО-МС-2015)\Гладкова_МПО-МС-2015\Для презентации\аппарат_5.jpg">
            <a:extLst>
              <a:ext uri="{FF2B5EF4-FFF2-40B4-BE49-F238E27FC236}">
                <a16:creationId xmlns:a16="http://schemas.microsoft.com/office/drawing/2014/main" id="{4A3814DE-F2BD-4403-8004-EDEB4F493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9526" y="2409825"/>
            <a:ext cx="4697017" cy="3952297"/>
          </a:xfrm>
          <a:prstGeom prst="rect">
            <a:avLst/>
          </a:prstGeom>
          <a:noFill/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7053BEF4-E41B-48E7-974C-9635EB9EE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31086" y="3810320"/>
            <a:ext cx="3193690" cy="2551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1006474"/>
          </a:xfrm>
        </p:spPr>
        <p:txBody>
          <a:bodyPr>
            <a:normAutofit fontScale="90000"/>
          </a:bodyPr>
          <a:lstStyle/>
          <a:p>
            <a:r>
              <a:rPr lang="ru-RU" dirty="0"/>
              <a:t>Блок формирования сигналов </a:t>
            </a:r>
            <a:br>
              <a:rPr lang="ru-RU" dirty="0"/>
            </a:br>
            <a:r>
              <a:rPr lang="ru-RU" dirty="0"/>
              <a:t>движительно-рулевого комплекса (БФС ДРК)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5BF0B7-D8B1-47A9-A583-B57008CC24DE}"/>
                  </a:ext>
                </a:extLst>
              </p:cNvPr>
              <p:cNvSpPr txBox="1"/>
              <p:nvPr/>
            </p:nvSpPr>
            <p:spPr>
              <a:xfrm>
                <a:off x="479201" y="1718817"/>
                <a:ext cx="662567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курс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5BF0B7-D8B1-47A9-A583-B57008CC2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01" y="1718817"/>
                <a:ext cx="662567" cy="495649"/>
              </a:xfrm>
              <a:prstGeom prst="rect">
                <a:avLst/>
              </a:prstGeom>
              <a:blipFill>
                <a:blip r:embed="rId2"/>
                <a:stretch>
                  <a:fillRect l="-2778" r="-25000" b="-74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F67628-A20E-4AA0-8A71-CBB857493968}"/>
                  </a:ext>
                </a:extLst>
              </p:cNvPr>
              <p:cNvSpPr txBox="1"/>
              <p:nvPr/>
            </p:nvSpPr>
            <p:spPr>
              <a:xfrm>
                <a:off x="479201" y="2499922"/>
                <a:ext cx="1518099" cy="494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дифферент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F67628-A20E-4AA0-8A71-CBB857493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01" y="2499922"/>
                <a:ext cx="1518099" cy="494879"/>
              </a:xfrm>
              <a:prstGeom prst="rect">
                <a:avLst/>
              </a:prstGeom>
              <a:blipFill>
                <a:blip r:embed="rId3"/>
                <a:stretch>
                  <a:fillRect l="-1205" r="-1205" b="-123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F8C315-F149-489E-909D-B49F44E387BD}"/>
                  </a:ext>
                </a:extLst>
              </p:cNvPr>
              <p:cNvSpPr txBox="1"/>
              <p:nvPr/>
            </p:nvSpPr>
            <p:spPr>
              <a:xfrm>
                <a:off x="479201" y="3280257"/>
                <a:ext cx="861384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крен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F8C315-F149-489E-909D-B49F44E38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01" y="3280257"/>
                <a:ext cx="861384" cy="494815"/>
              </a:xfrm>
              <a:prstGeom prst="rect">
                <a:avLst/>
              </a:prstGeom>
              <a:blipFill>
                <a:blip r:embed="rId4"/>
                <a:stretch>
                  <a:fillRect l="-2128" b="-74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AC9D687-E600-45ED-8AB9-0D65E8425A3A}"/>
              </a:ext>
            </a:extLst>
          </p:cNvPr>
          <p:cNvCxnSpPr>
            <a:cxnSpLocks/>
          </p:cNvCxnSpPr>
          <p:nvPr/>
        </p:nvCxnSpPr>
        <p:spPr>
          <a:xfrm flipV="1">
            <a:off x="479201" y="2197370"/>
            <a:ext cx="1911574" cy="170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19E869-DC4B-4E44-AE09-89F59CF7791C}"/>
                  </a:ext>
                </a:extLst>
              </p:cNvPr>
              <p:cNvSpPr txBox="1"/>
              <p:nvPr/>
            </p:nvSpPr>
            <p:spPr>
              <a:xfrm>
                <a:off x="479201" y="4123123"/>
                <a:ext cx="861384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марш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19E869-DC4B-4E44-AE09-89F59CF77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01" y="4123123"/>
                <a:ext cx="861384" cy="494815"/>
              </a:xfrm>
              <a:prstGeom prst="rect">
                <a:avLst/>
              </a:prstGeom>
              <a:blipFill>
                <a:blip r:embed="rId5"/>
                <a:stretch>
                  <a:fillRect l="-2128" r="-7801" b="-60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1128E0-D17A-4042-B295-AAAAD3DF455E}"/>
                  </a:ext>
                </a:extLst>
              </p:cNvPr>
              <p:cNvSpPr txBox="1"/>
              <p:nvPr/>
            </p:nvSpPr>
            <p:spPr>
              <a:xfrm>
                <a:off x="479201" y="4919000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лаг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1128E0-D17A-4042-B295-AAAAD3DF4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01" y="4919000"/>
                <a:ext cx="662567" cy="461665"/>
              </a:xfrm>
              <a:prstGeom prst="rect">
                <a:avLst/>
              </a:prstGeom>
              <a:blipFill>
                <a:blip r:embed="rId6"/>
                <a:stretch>
                  <a:fillRect l="-2778" r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1BAC04-9327-4349-B0DD-BE06032C1554}"/>
                  </a:ext>
                </a:extLst>
              </p:cNvPr>
              <p:cNvSpPr txBox="1"/>
              <p:nvPr/>
            </p:nvSpPr>
            <p:spPr>
              <a:xfrm>
                <a:off x="479201" y="5632308"/>
                <a:ext cx="1268033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глубина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1BAC04-9327-4349-B0DD-BE06032C1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01" y="5632308"/>
                <a:ext cx="1268033" cy="495649"/>
              </a:xfrm>
              <a:prstGeom prst="rect">
                <a:avLst/>
              </a:prstGeom>
              <a:blipFill>
                <a:blip r:embed="rId7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E4CED0DA-1A4E-4919-A561-E13C3C0DE00E}"/>
              </a:ext>
            </a:extLst>
          </p:cNvPr>
          <p:cNvCxnSpPr>
            <a:cxnSpLocks/>
          </p:cNvCxnSpPr>
          <p:nvPr/>
        </p:nvCxnSpPr>
        <p:spPr>
          <a:xfrm flipV="1">
            <a:off x="479201" y="2978547"/>
            <a:ext cx="2187799" cy="162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B0D76B4-37FC-4A37-AE8A-282BBF04A298}"/>
              </a:ext>
            </a:extLst>
          </p:cNvPr>
          <p:cNvCxnSpPr>
            <a:cxnSpLocks/>
          </p:cNvCxnSpPr>
          <p:nvPr/>
        </p:nvCxnSpPr>
        <p:spPr>
          <a:xfrm>
            <a:off x="499098" y="3775072"/>
            <a:ext cx="16829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0CB39620-4A75-4D84-9749-49ED61DDB7D0}"/>
              </a:ext>
            </a:extLst>
          </p:cNvPr>
          <p:cNvCxnSpPr>
            <a:cxnSpLocks/>
          </p:cNvCxnSpPr>
          <p:nvPr/>
        </p:nvCxnSpPr>
        <p:spPr>
          <a:xfrm flipV="1">
            <a:off x="479201" y="4617938"/>
            <a:ext cx="2502124" cy="14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6176C718-3C9F-4D1E-8522-9284EBE7604E}"/>
              </a:ext>
            </a:extLst>
          </p:cNvPr>
          <p:cNvCxnSpPr>
            <a:cxnSpLocks/>
          </p:cNvCxnSpPr>
          <p:nvPr/>
        </p:nvCxnSpPr>
        <p:spPr>
          <a:xfrm>
            <a:off x="479201" y="5380665"/>
            <a:ext cx="16829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B9261662-7017-43EE-9A9A-159A2CE760D8}"/>
              </a:ext>
            </a:extLst>
          </p:cNvPr>
          <p:cNvCxnSpPr>
            <a:cxnSpLocks/>
          </p:cNvCxnSpPr>
          <p:nvPr/>
        </p:nvCxnSpPr>
        <p:spPr>
          <a:xfrm flipV="1">
            <a:off x="479201" y="6120773"/>
            <a:ext cx="2978374" cy="7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0677D68A-70A6-4A1F-8598-85027296785A}"/>
              </a:ext>
            </a:extLst>
          </p:cNvPr>
          <p:cNvCxnSpPr>
            <a:cxnSpLocks/>
          </p:cNvCxnSpPr>
          <p:nvPr/>
        </p:nvCxnSpPr>
        <p:spPr>
          <a:xfrm>
            <a:off x="10220325" y="2225654"/>
            <a:ext cx="9756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855E73-2094-4683-82D9-E56F08CD535D}"/>
                  </a:ext>
                </a:extLst>
              </p:cNvPr>
              <p:cNvSpPr txBox="1"/>
              <p:nvPr/>
            </p:nvSpPr>
            <p:spPr>
              <a:xfrm>
                <a:off x="10376883" y="1704928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855E73-2094-4683-82D9-E56F08CD5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883" y="1704928"/>
                <a:ext cx="662567" cy="461665"/>
              </a:xfrm>
              <a:prstGeom prst="rect">
                <a:avLst/>
              </a:prstGeom>
              <a:blipFill>
                <a:blip r:embed="rId8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00492D0-2342-4F4E-AD60-0BA2780D46C2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0230000" y="3388444"/>
            <a:ext cx="966009" cy="64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87D3D7-D476-4057-A9EF-1CC4A3C24636}"/>
                  </a:ext>
                </a:extLst>
              </p:cNvPr>
              <p:cNvSpPr txBox="1"/>
              <p:nvPr/>
            </p:nvSpPr>
            <p:spPr>
              <a:xfrm>
                <a:off x="10434680" y="2904626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ВП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87D3D7-D476-4057-A9EF-1CC4A3C24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680" y="2904626"/>
                <a:ext cx="662567" cy="461665"/>
              </a:xfrm>
              <a:prstGeom prst="rect">
                <a:avLst/>
              </a:prstGeom>
              <a:blipFill>
                <a:blip r:embed="rId9"/>
                <a:stretch>
                  <a:fillRect l="-2778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1681DD0C-01DE-4DDE-9633-CB52056FD50B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10232216" y="6092029"/>
            <a:ext cx="963793" cy="7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E5D714-EFED-4044-8181-D5E457C1B904}"/>
                  </a:ext>
                </a:extLst>
              </p:cNvPr>
              <p:cNvSpPr txBox="1"/>
              <p:nvPr/>
            </p:nvSpPr>
            <p:spPr>
              <a:xfrm>
                <a:off x="10434032" y="5573173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E5D714-EFED-4044-8181-D5E457C1B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032" y="5573173"/>
                <a:ext cx="662567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ABFF5570-CD20-4E54-9D0A-7981521468EA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10226345" y="4745737"/>
            <a:ext cx="96966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3CCC850-E8D9-44D8-97DE-B83CDB871075}"/>
                  </a:ext>
                </a:extLst>
              </p:cNvPr>
              <p:cNvSpPr txBox="1"/>
              <p:nvPr/>
            </p:nvSpPr>
            <p:spPr>
              <a:xfrm>
                <a:off x="10434033" y="4238900"/>
                <a:ext cx="662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3CCC850-E8D9-44D8-97DE-B83CDB871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033" y="4238900"/>
                <a:ext cx="662567" cy="461665"/>
              </a:xfrm>
              <a:prstGeom prst="rect">
                <a:avLst/>
              </a:prstGeom>
              <a:blipFill>
                <a:blip r:embed="rId11"/>
                <a:stretch>
                  <a:fillRect l="-926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Блок-схема: процесс 36">
            <a:extLst>
              <a:ext uri="{FF2B5EF4-FFF2-40B4-BE49-F238E27FC236}">
                <a16:creationId xmlns:a16="http://schemas.microsoft.com/office/drawing/2014/main" id="{E7121104-6B49-42AD-9EB6-C11D845CE1FE}"/>
              </a:ext>
            </a:extLst>
          </p:cNvPr>
          <p:cNvSpPr/>
          <p:nvPr/>
        </p:nvSpPr>
        <p:spPr>
          <a:xfrm>
            <a:off x="6644761" y="1919550"/>
            <a:ext cx="662567" cy="609084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-1</a:t>
            </a: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2892D88E-5E9D-4C16-8522-32FFD1902136}"/>
              </a:ext>
            </a:extLst>
          </p:cNvPr>
          <p:cNvGrpSpPr/>
          <p:nvPr/>
        </p:nvGrpSpPr>
        <p:grpSpPr>
          <a:xfrm>
            <a:off x="7922733" y="1825604"/>
            <a:ext cx="861384" cy="800099"/>
            <a:chOff x="2514600" y="1688601"/>
            <a:chExt cx="861384" cy="800099"/>
          </a:xfrm>
        </p:grpSpPr>
        <p:sp>
          <p:nvSpPr>
            <p:cNvPr id="39" name="Блок-схема: процесс 38">
              <a:extLst>
                <a:ext uri="{FF2B5EF4-FFF2-40B4-BE49-F238E27FC236}">
                  <a16:creationId xmlns:a16="http://schemas.microsoft.com/office/drawing/2014/main" id="{6DDCA2F2-22DA-4A59-B256-D24F2CF6BED3}"/>
                </a:ext>
              </a:extLst>
            </p:cNvPr>
            <p:cNvSpPr/>
            <p:nvPr/>
          </p:nvSpPr>
          <p:spPr>
            <a:xfrm>
              <a:off x="2514600" y="1688601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0" name="Прямая со стрелкой 39">
              <a:extLst>
                <a:ext uri="{FF2B5EF4-FFF2-40B4-BE49-F238E27FC236}">
                  <a16:creationId xmlns:a16="http://schemas.microsoft.com/office/drawing/2014/main" id="{7778A5C2-8854-44A9-867D-DE1A16077FC3}"/>
                </a:ext>
              </a:extLst>
            </p:cNvPr>
            <p:cNvCxnSpPr/>
            <p:nvPr/>
          </p:nvCxnSpPr>
          <p:spPr>
            <a:xfrm>
              <a:off x="2590800" y="2095500"/>
              <a:ext cx="7239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>
              <a:extLst>
                <a:ext uri="{FF2B5EF4-FFF2-40B4-BE49-F238E27FC236}">
                  <a16:creationId xmlns:a16="http://schemas.microsoft.com/office/drawing/2014/main" id="{B2822549-5A2E-479D-937D-7DFCA468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700" y="1746250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B9AC040D-1612-43A6-963D-4886F25C0ADF}"/>
                </a:ext>
              </a:extLst>
            </p:cNvPr>
            <p:cNvCxnSpPr/>
            <p:nvPr/>
          </p:nvCxnSpPr>
          <p:spPr>
            <a:xfrm flipV="1">
              <a:off x="3032125" y="1895475"/>
              <a:ext cx="104775" cy="2000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649C4D93-B891-4296-9480-45D941A710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550" y="18975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E625A686-D4AB-476B-A672-276710AB02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549" y="23420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7C3662C8-A993-463A-B10C-B04377225ABF}"/>
                </a:ext>
              </a:extLst>
            </p:cNvPr>
            <p:cNvCxnSpPr>
              <a:cxnSpLocks/>
            </p:cNvCxnSpPr>
            <p:nvPr/>
          </p:nvCxnSpPr>
          <p:spPr>
            <a:xfrm>
              <a:off x="2793041" y="2095499"/>
              <a:ext cx="2476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9208E204-8E8F-454E-B66D-DF6855FD6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5900" y="2095498"/>
              <a:ext cx="52387" cy="246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16EE1249-A908-4DF2-8554-993DD4717800}"/>
              </a:ext>
            </a:extLst>
          </p:cNvPr>
          <p:cNvGrpSpPr/>
          <p:nvPr/>
        </p:nvGrpSpPr>
        <p:grpSpPr>
          <a:xfrm>
            <a:off x="9347350" y="1825604"/>
            <a:ext cx="861384" cy="800099"/>
            <a:chOff x="7734300" y="1815212"/>
            <a:chExt cx="861384" cy="800099"/>
          </a:xfrm>
        </p:grpSpPr>
        <p:sp>
          <p:nvSpPr>
            <p:cNvPr id="7" name="Блок-схема: процесс 6">
              <a:extLst>
                <a:ext uri="{FF2B5EF4-FFF2-40B4-BE49-F238E27FC236}">
                  <a16:creationId xmlns:a16="http://schemas.microsoft.com/office/drawing/2014/main" id="{913D8827-3D41-445D-8B9A-D114FD5FE5D1}"/>
                </a:ext>
              </a:extLst>
            </p:cNvPr>
            <p:cNvSpPr/>
            <p:nvPr/>
          </p:nvSpPr>
          <p:spPr>
            <a:xfrm>
              <a:off x="7734300" y="1815212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AF93E167-8CB3-4842-8FF2-C17C65419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0500" y="2222109"/>
              <a:ext cx="7016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1050C58E-D022-4A61-89CD-3797531EB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194" y="1874741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F6DB5FDF-C23D-44C0-90BB-2145160C2629}"/>
                </a:ext>
              </a:extLst>
            </p:cNvPr>
            <p:cNvCxnSpPr/>
            <p:nvPr/>
          </p:nvCxnSpPr>
          <p:spPr>
            <a:xfrm>
              <a:off x="8289925" y="1981200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4F5990DF-1DEE-45BE-94CF-1DBC6DA0A86E}"/>
                </a:ext>
              </a:extLst>
            </p:cNvPr>
            <p:cNvCxnSpPr/>
            <p:nvPr/>
          </p:nvCxnSpPr>
          <p:spPr>
            <a:xfrm>
              <a:off x="7839075" y="2468673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39437D64-E6B8-4D3B-AB3E-8D3B80BA15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4650" y="1981200"/>
              <a:ext cx="314325" cy="48747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FA2044E4-7204-419C-ADD8-EE2F78C94042}"/>
              </a:ext>
            </a:extLst>
          </p:cNvPr>
          <p:cNvGrpSpPr/>
          <p:nvPr/>
        </p:nvGrpSpPr>
        <p:grpSpPr>
          <a:xfrm>
            <a:off x="9368616" y="2994801"/>
            <a:ext cx="861384" cy="800099"/>
            <a:chOff x="7734300" y="1815212"/>
            <a:chExt cx="861384" cy="800099"/>
          </a:xfrm>
        </p:grpSpPr>
        <p:sp>
          <p:nvSpPr>
            <p:cNvPr id="58" name="Блок-схема: процесс 57">
              <a:extLst>
                <a:ext uri="{FF2B5EF4-FFF2-40B4-BE49-F238E27FC236}">
                  <a16:creationId xmlns:a16="http://schemas.microsoft.com/office/drawing/2014/main" id="{42A94AB9-7C63-42DE-AA81-E2C0324A71E2}"/>
                </a:ext>
              </a:extLst>
            </p:cNvPr>
            <p:cNvSpPr/>
            <p:nvPr/>
          </p:nvSpPr>
          <p:spPr>
            <a:xfrm>
              <a:off x="7734300" y="1815212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59" name="Прямая со стрелкой 58">
              <a:extLst>
                <a:ext uri="{FF2B5EF4-FFF2-40B4-BE49-F238E27FC236}">
                  <a16:creationId xmlns:a16="http://schemas.microsoft.com/office/drawing/2014/main" id="{2E64F39D-D380-475B-835E-9E7302A5F9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0500" y="2222109"/>
              <a:ext cx="7016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9">
              <a:extLst>
                <a:ext uri="{FF2B5EF4-FFF2-40B4-BE49-F238E27FC236}">
                  <a16:creationId xmlns:a16="http://schemas.microsoft.com/office/drawing/2014/main" id="{5FAB8508-ABFD-4D85-A262-09351395E7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194" y="1874741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id="{A4F3223C-C7A5-49D4-B35E-96825A01DC57}"/>
                </a:ext>
              </a:extLst>
            </p:cNvPr>
            <p:cNvCxnSpPr/>
            <p:nvPr/>
          </p:nvCxnSpPr>
          <p:spPr>
            <a:xfrm>
              <a:off x="8289925" y="1981200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>
              <a:extLst>
                <a:ext uri="{FF2B5EF4-FFF2-40B4-BE49-F238E27FC236}">
                  <a16:creationId xmlns:a16="http://schemas.microsoft.com/office/drawing/2014/main" id="{1EB2B20F-E3B3-4F97-AD6A-E1ADC757B28A}"/>
                </a:ext>
              </a:extLst>
            </p:cNvPr>
            <p:cNvCxnSpPr/>
            <p:nvPr/>
          </p:nvCxnSpPr>
          <p:spPr>
            <a:xfrm>
              <a:off x="7839075" y="2468673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>
              <a:extLst>
                <a:ext uri="{FF2B5EF4-FFF2-40B4-BE49-F238E27FC236}">
                  <a16:creationId xmlns:a16="http://schemas.microsoft.com/office/drawing/2014/main" id="{ED9F35D8-4B22-4350-827D-88D9788E01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4650" y="1981200"/>
              <a:ext cx="314325" cy="48747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249AA91A-5260-4B14-AA6D-76F2376C3460}"/>
              </a:ext>
            </a:extLst>
          </p:cNvPr>
          <p:cNvGrpSpPr/>
          <p:nvPr/>
        </p:nvGrpSpPr>
        <p:grpSpPr>
          <a:xfrm>
            <a:off x="9364961" y="4345687"/>
            <a:ext cx="861384" cy="800099"/>
            <a:chOff x="7734300" y="1815212"/>
            <a:chExt cx="861384" cy="800099"/>
          </a:xfrm>
        </p:grpSpPr>
        <p:sp>
          <p:nvSpPr>
            <p:cNvPr id="65" name="Блок-схема: процесс 64">
              <a:extLst>
                <a:ext uri="{FF2B5EF4-FFF2-40B4-BE49-F238E27FC236}">
                  <a16:creationId xmlns:a16="http://schemas.microsoft.com/office/drawing/2014/main" id="{8140C36C-2632-4404-9F33-8238478132F2}"/>
                </a:ext>
              </a:extLst>
            </p:cNvPr>
            <p:cNvSpPr/>
            <p:nvPr/>
          </p:nvSpPr>
          <p:spPr>
            <a:xfrm>
              <a:off x="7734300" y="1815212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66" name="Прямая со стрелкой 65">
              <a:extLst>
                <a:ext uri="{FF2B5EF4-FFF2-40B4-BE49-F238E27FC236}">
                  <a16:creationId xmlns:a16="http://schemas.microsoft.com/office/drawing/2014/main" id="{FD854831-B8C2-4EDE-ADEB-AD2543E20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0500" y="2222109"/>
              <a:ext cx="7016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 стрелкой 66">
              <a:extLst>
                <a:ext uri="{FF2B5EF4-FFF2-40B4-BE49-F238E27FC236}">
                  <a16:creationId xmlns:a16="http://schemas.microsoft.com/office/drawing/2014/main" id="{09583D52-FDBB-480A-8A7A-5A301ED62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194" y="1874741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BF7540EA-6333-4D7D-A990-7E93F8831762}"/>
                </a:ext>
              </a:extLst>
            </p:cNvPr>
            <p:cNvCxnSpPr/>
            <p:nvPr/>
          </p:nvCxnSpPr>
          <p:spPr>
            <a:xfrm>
              <a:off x="8289925" y="1981200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>
              <a:extLst>
                <a:ext uri="{FF2B5EF4-FFF2-40B4-BE49-F238E27FC236}">
                  <a16:creationId xmlns:a16="http://schemas.microsoft.com/office/drawing/2014/main" id="{4CC55A91-9421-474E-A21E-33E527B209D8}"/>
                </a:ext>
              </a:extLst>
            </p:cNvPr>
            <p:cNvCxnSpPr/>
            <p:nvPr/>
          </p:nvCxnSpPr>
          <p:spPr>
            <a:xfrm>
              <a:off x="7839075" y="2468673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F09E2620-8267-4B28-9F87-7136476EA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4650" y="1981200"/>
              <a:ext cx="314325" cy="48747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95CEB580-3FCE-48E9-B435-51E7864E94E9}"/>
              </a:ext>
            </a:extLst>
          </p:cNvPr>
          <p:cNvGrpSpPr/>
          <p:nvPr/>
        </p:nvGrpSpPr>
        <p:grpSpPr>
          <a:xfrm>
            <a:off x="9370832" y="5692775"/>
            <a:ext cx="861384" cy="800099"/>
            <a:chOff x="7734300" y="1815212"/>
            <a:chExt cx="861384" cy="800099"/>
          </a:xfrm>
        </p:grpSpPr>
        <p:sp>
          <p:nvSpPr>
            <p:cNvPr id="72" name="Блок-схема: процесс 71">
              <a:extLst>
                <a:ext uri="{FF2B5EF4-FFF2-40B4-BE49-F238E27FC236}">
                  <a16:creationId xmlns:a16="http://schemas.microsoft.com/office/drawing/2014/main" id="{5AC15D66-DB73-44A6-A138-68EB7954D96F}"/>
                </a:ext>
              </a:extLst>
            </p:cNvPr>
            <p:cNvSpPr/>
            <p:nvPr/>
          </p:nvSpPr>
          <p:spPr>
            <a:xfrm>
              <a:off x="7734300" y="1815212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73" name="Прямая со стрелкой 72">
              <a:extLst>
                <a:ext uri="{FF2B5EF4-FFF2-40B4-BE49-F238E27FC236}">
                  <a16:creationId xmlns:a16="http://schemas.microsoft.com/office/drawing/2014/main" id="{CA9A20FA-175F-40F3-BBAA-EFB88CECD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0500" y="2222109"/>
              <a:ext cx="7016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>
              <a:extLst>
                <a:ext uri="{FF2B5EF4-FFF2-40B4-BE49-F238E27FC236}">
                  <a16:creationId xmlns:a16="http://schemas.microsoft.com/office/drawing/2014/main" id="{0D1C7DB3-F65D-4093-88A2-CB673343D2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194" y="1874741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4914B04D-BFCC-47A6-A909-0BE8B526BAD9}"/>
                </a:ext>
              </a:extLst>
            </p:cNvPr>
            <p:cNvCxnSpPr/>
            <p:nvPr/>
          </p:nvCxnSpPr>
          <p:spPr>
            <a:xfrm>
              <a:off x="8289925" y="1981200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29E189C7-EDD3-44F0-BED5-9649BA5AE2B8}"/>
                </a:ext>
              </a:extLst>
            </p:cNvPr>
            <p:cNvCxnSpPr/>
            <p:nvPr/>
          </p:nvCxnSpPr>
          <p:spPr>
            <a:xfrm>
              <a:off x="7839075" y="2468673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2F9E3D60-C090-4518-8AB8-A691A87E0E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4650" y="1981200"/>
              <a:ext cx="314325" cy="48747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3" name="Прямая со стрелкой 82">
            <a:extLst>
              <a:ext uri="{FF2B5EF4-FFF2-40B4-BE49-F238E27FC236}">
                <a16:creationId xmlns:a16="http://schemas.microsoft.com/office/drawing/2014/main" id="{E36875DB-E33F-4638-A739-89D7B4B2392B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8784117" y="2222978"/>
            <a:ext cx="580844" cy="2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43ECF34F-CBDD-4D12-9478-F11F68169FC8}"/>
              </a:ext>
            </a:extLst>
          </p:cNvPr>
          <p:cNvGrpSpPr/>
          <p:nvPr/>
        </p:nvGrpSpPr>
        <p:grpSpPr>
          <a:xfrm>
            <a:off x="7944128" y="2998858"/>
            <a:ext cx="861384" cy="800099"/>
            <a:chOff x="2514600" y="1688601"/>
            <a:chExt cx="861384" cy="800099"/>
          </a:xfrm>
        </p:grpSpPr>
        <p:sp>
          <p:nvSpPr>
            <p:cNvPr id="86" name="Блок-схема: процесс 85">
              <a:extLst>
                <a:ext uri="{FF2B5EF4-FFF2-40B4-BE49-F238E27FC236}">
                  <a16:creationId xmlns:a16="http://schemas.microsoft.com/office/drawing/2014/main" id="{0DE04D8D-6485-4741-80E1-4EFF1E3F92BC}"/>
                </a:ext>
              </a:extLst>
            </p:cNvPr>
            <p:cNvSpPr/>
            <p:nvPr/>
          </p:nvSpPr>
          <p:spPr>
            <a:xfrm>
              <a:off x="2514600" y="1688601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87" name="Прямая со стрелкой 86">
              <a:extLst>
                <a:ext uri="{FF2B5EF4-FFF2-40B4-BE49-F238E27FC236}">
                  <a16:creationId xmlns:a16="http://schemas.microsoft.com/office/drawing/2014/main" id="{58CB6FCA-50C7-4D18-AAB5-967DEFD141A5}"/>
                </a:ext>
              </a:extLst>
            </p:cNvPr>
            <p:cNvCxnSpPr/>
            <p:nvPr/>
          </p:nvCxnSpPr>
          <p:spPr>
            <a:xfrm>
              <a:off x="2590800" y="2095500"/>
              <a:ext cx="7239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Прямая со стрелкой 87">
              <a:extLst>
                <a:ext uri="{FF2B5EF4-FFF2-40B4-BE49-F238E27FC236}">
                  <a16:creationId xmlns:a16="http://schemas.microsoft.com/office/drawing/2014/main" id="{D95DAE74-0AEB-452E-94DB-8A75E82B2F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700" y="1746250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D9C9FB62-AC43-4788-B264-8141996DA169}"/>
                </a:ext>
              </a:extLst>
            </p:cNvPr>
            <p:cNvCxnSpPr/>
            <p:nvPr/>
          </p:nvCxnSpPr>
          <p:spPr>
            <a:xfrm flipV="1">
              <a:off x="3032125" y="1895475"/>
              <a:ext cx="104775" cy="2000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Прямая соединительная линия 89">
              <a:extLst>
                <a:ext uri="{FF2B5EF4-FFF2-40B4-BE49-F238E27FC236}">
                  <a16:creationId xmlns:a16="http://schemas.microsoft.com/office/drawing/2014/main" id="{4ABD3349-F3D9-4A53-BF2C-CB858BB12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550" y="18975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единительная линия 90">
              <a:extLst>
                <a:ext uri="{FF2B5EF4-FFF2-40B4-BE49-F238E27FC236}">
                  <a16:creationId xmlns:a16="http://schemas.microsoft.com/office/drawing/2014/main" id="{EEB20C67-095D-42EC-971B-4ED6D21243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549" y="23420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единительная линия 91">
              <a:extLst>
                <a:ext uri="{FF2B5EF4-FFF2-40B4-BE49-F238E27FC236}">
                  <a16:creationId xmlns:a16="http://schemas.microsoft.com/office/drawing/2014/main" id="{D4AFC63D-E701-4CEB-BBE8-CD9687EA9CE5}"/>
                </a:ext>
              </a:extLst>
            </p:cNvPr>
            <p:cNvCxnSpPr>
              <a:cxnSpLocks/>
            </p:cNvCxnSpPr>
            <p:nvPr/>
          </p:nvCxnSpPr>
          <p:spPr>
            <a:xfrm>
              <a:off x="2793041" y="2095499"/>
              <a:ext cx="2476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Прямая соединительная линия 92">
              <a:extLst>
                <a:ext uri="{FF2B5EF4-FFF2-40B4-BE49-F238E27FC236}">
                  <a16:creationId xmlns:a16="http://schemas.microsoft.com/office/drawing/2014/main" id="{F04DE0A4-086A-450A-B5DB-FFE3D10C28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5900" y="2095498"/>
              <a:ext cx="52387" cy="246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AEB8EF5B-EDC5-4703-915E-DB788CDC1F78}"/>
              </a:ext>
            </a:extLst>
          </p:cNvPr>
          <p:cNvCxnSpPr>
            <a:cxnSpLocks/>
            <a:stCxn id="86" idx="3"/>
          </p:cNvCxnSpPr>
          <p:nvPr/>
        </p:nvCxnSpPr>
        <p:spPr>
          <a:xfrm flipV="1">
            <a:off x="8805512" y="3396232"/>
            <a:ext cx="580844" cy="2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AFC2C174-DCDA-4883-9484-B0255886D15F}"/>
              </a:ext>
            </a:extLst>
          </p:cNvPr>
          <p:cNvGrpSpPr/>
          <p:nvPr/>
        </p:nvGrpSpPr>
        <p:grpSpPr>
          <a:xfrm>
            <a:off x="7922733" y="4345687"/>
            <a:ext cx="861384" cy="800099"/>
            <a:chOff x="2514600" y="1688601"/>
            <a:chExt cx="861384" cy="800099"/>
          </a:xfrm>
        </p:grpSpPr>
        <p:sp>
          <p:nvSpPr>
            <p:cNvPr id="96" name="Блок-схема: процесс 95">
              <a:extLst>
                <a:ext uri="{FF2B5EF4-FFF2-40B4-BE49-F238E27FC236}">
                  <a16:creationId xmlns:a16="http://schemas.microsoft.com/office/drawing/2014/main" id="{B2FA05E7-6EC0-45FD-8A33-A9351D8965B8}"/>
                </a:ext>
              </a:extLst>
            </p:cNvPr>
            <p:cNvSpPr/>
            <p:nvPr/>
          </p:nvSpPr>
          <p:spPr>
            <a:xfrm>
              <a:off x="2514600" y="1688601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97" name="Прямая со стрелкой 96">
              <a:extLst>
                <a:ext uri="{FF2B5EF4-FFF2-40B4-BE49-F238E27FC236}">
                  <a16:creationId xmlns:a16="http://schemas.microsoft.com/office/drawing/2014/main" id="{41FEFC84-8838-46BF-9ECA-FA7F942FEB53}"/>
                </a:ext>
              </a:extLst>
            </p:cNvPr>
            <p:cNvCxnSpPr/>
            <p:nvPr/>
          </p:nvCxnSpPr>
          <p:spPr>
            <a:xfrm>
              <a:off x="2590800" y="2095500"/>
              <a:ext cx="7239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 стрелкой 97">
              <a:extLst>
                <a:ext uri="{FF2B5EF4-FFF2-40B4-BE49-F238E27FC236}">
                  <a16:creationId xmlns:a16="http://schemas.microsoft.com/office/drawing/2014/main" id="{0C2B20B3-4BB6-4EE8-A326-5937B4D7D6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700" y="1746250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>
              <a:extLst>
                <a:ext uri="{FF2B5EF4-FFF2-40B4-BE49-F238E27FC236}">
                  <a16:creationId xmlns:a16="http://schemas.microsoft.com/office/drawing/2014/main" id="{53D58C65-8716-4EE1-A6B3-DA69AA763F4E}"/>
                </a:ext>
              </a:extLst>
            </p:cNvPr>
            <p:cNvCxnSpPr/>
            <p:nvPr/>
          </p:nvCxnSpPr>
          <p:spPr>
            <a:xfrm flipV="1">
              <a:off x="3032125" y="1895475"/>
              <a:ext cx="104775" cy="2000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>
              <a:extLst>
                <a:ext uri="{FF2B5EF4-FFF2-40B4-BE49-F238E27FC236}">
                  <a16:creationId xmlns:a16="http://schemas.microsoft.com/office/drawing/2014/main" id="{57BC57B1-500E-45F0-989C-5FC5F24975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550" y="18975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>
              <a:extLst>
                <a:ext uri="{FF2B5EF4-FFF2-40B4-BE49-F238E27FC236}">
                  <a16:creationId xmlns:a16="http://schemas.microsoft.com/office/drawing/2014/main" id="{676B5382-2633-47B9-94CE-2B580C92E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549" y="23420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>
              <a:extLst>
                <a:ext uri="{FF2B5EF4-FFF2-40B4-BE49-F238E27FC236}">
                  <a16:creationId xmlns:a16="http://schemas.microsoft.com/office/drawing/2014/main" id="{B25DAED0-41BD-4473-A408-B18DACC6DC09}"/>
                </a:ext>
              </a:extLst>
            </p:cNvPr>
            <p:cNvCxnSpPr>
              <a:cxnSpLocks/>
            </p:cNvCxnSpPr>
            <p:nvPr/>
          </p:nvCxnSpPr>
          <p:spPr>
            <a:xfrm>
              <a:off x="2793041" y="2095499"/>
              <a:ext cx="2476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Прямая соединительная линия 102">
              <a:extLst>
                <a:ext uri="{FF2B5EF4-FFF2-40B4-BE49-F238E27FC236}">
                  <a16:creationId xmlns:a16="http://schemas.microsoft.com/office/drawing/2014/main" id="{E00C1E99-162D-45B3-BDEE-82A7A87CFA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5900" y="2095498"/>
              <a:ext cx="52387" cy="246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2350C5A1-AE5F-4FB4-BF12-1CBBFC705BAA}"/>
              </a:ext>
            </a:extLst>
          </p:cNvPr>
          <p:cNvCxnSpPr>
            <a:cxnSpLocks/>
            <a:stCxn id="96" idx="3"/>
          </p:cNvCxnSpPr>
          <p:nvPr/>
        </p:nvCxnSpPr>
        <p:spPr>
          <a:xfrm flipV="1">
            <a:off x="8784117" y="4743061"/>
            <a:ext cx="580844" cy="2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D6A116B1-F468-4543-BF91-AB341051B496}"/>
              </a:ext>
            </a:extLst>
          </p:cNvPr>
          <p:cNvGrpSpPr/>
          <p:nvPr/>
        </p:nvGrpSpPr>
        <p:grpSpPr>
          <a:xfrm>
            <a:off x="7940714" y="5696761"/>
            <a:ext cx="861384" cy="800099"/>
            <a:chOff x="2514600" y="1688601"/>
            <a:chExt cx="861384" cy="800099"/>
          </a:xfrm>
        </p:grpSpPr>
        <p:sp>
          <p:nvSpPr>
            <p:cNvPr id="106" name="Блок-схема: процесс 105">
              <a:extLst>
                <a:ext uri="{FF2B5EF4-FFF2-40B4-BE49-F238E27FC236}">
                  <a16:creationId xmlns:a16="http://schemas.microsoft.com/office/drawing/2014/main" id="{79900124-E2F1-494C-928A-666F09504007}"/>
                </a:ext>
              </a:extLst>
            </p:cNvPr>
            <p:cNvSpPr/>
            <p:nvPr/>
          </p:nvSpPr>
          <p:spPr>
            <a:xfrm>
              <a:off x="2514600" y="1688601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07" name="Прямая со стрелкой 106">
              <a:extLst>
                <a:ext uri="{FF2B5EF4-FFF2-40B4-BE49-F238E27FC236}">
                  <a16:creationId xmlns:a16="http://schemas.microsoft.com/office/drawing/2014/main" id="{30E030AA-6F18-4FD8-B86F-94ADAC460AFF}"/>
                </a:ext>
              </a:extLst>
            </p:cNvPr>
            <p:cNvCxnSpPr/>
            <p:nvPr/>
          </p:nvCxnSpPr>
          <p:spPr>
            <a:xfrm>
              <a:off x="2590800" y="2095500"/>
              <a:ext cx="7239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 стрелкой 107">
              <a:extLst>
                <a:ext uri="{FF2B5EF4-FFF2-40B4-BE49-F238E27FC236}">
                  <a16:creationId xmlns:a16="http://schemas.microsoft.com/office/drawing/2014/main" id="{D56F882A-CCD2-4644-AFFF-BB011E7268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700" y="1746250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Прямая соединительная линия 108">
              <a:extLst>
                <a:ext uri="{FF2B5EF4-FFF2-40B4-BE49-F238E27FC236}">
                  <a16:creationId xmlns:a16="http://schemas.microsoft.com/office/drawing/2014/main" id="{595D5F21-905B-4F99-BC22-BAF27E1B9BD6}"/>
                </a:ext>
              </a:extLst>
            </p:cNvPr>
            <p:cNvCxnSpPr/>
            <p:nvPr/>
          </p:nvCxnSpPr>
          <p:spPr>
            <a:xfrm flipV="1">
              <a:off x="3032125" y="1895475"/>
              <a:ext cx="104775" cy="2000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Прямая соединительная линия 109">
              <a:extLst>
                <a:ext uri="{FF2B5EF4-FFF2-40B4-BE49-F238E27FC236}">
                  <a16:creationId xmlns:a16="http://schemas.microsoft.com/office/drawing/2014/main" id="{E38C6D5A-A0E2-49D5-ACE1-DD9EF2388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550" y="18975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Прямая соединительная линия 110">
              <a:extLst>
                <a:ext uri="{FF2B5EF4-FFF2-40B4-BE49-F238E27FC236}">
                  <a16:creationId xmlns:a16="http://schemas.microsoft.com/office/drawing/2014/main" id="{07C734FB-C636-4CF6-A2F2-6F370D9152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549" y="2342062"/>
              <a:ext cx="139701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Прямая соединительная линия 111">
              <a:extLst>
                <a:ext uri="{FF2B5EF4-FFF2-40B4-BE49-F238E27FC236}">
                  <a16:creationId xmlns:a16="http://schemas.microsoft.com/office/drawing/2014/main" id="{12266B6C-CD74-45AD-95D2-514D10311827}"/>
                </a:ext>
              </a:extLst>
            </p:cNvPr>
            <p:cNvCxnSpPr>
              <a:cxnSpLocks/>
            </p:cNvCxnSpPr>
            <p:nvPr/>
          </p:nvCxnSpPr>
          <p:spPr>
            <a:xfrm>
              <a:off x="2793041" y="2095499"/>
              <a:ext cx="2476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Прямая соединительная линия 112">
              <a:extLst>
                <a:ext uri="{FF2B5EF4-FFF2-40B4-BE49-F238E27FC236}">
                  <a16:creationId xmlns:a16="http://schemas.microsoft.com/office/drawing/2014/main" id="{D9132936-983B-45A9-87DF-87BD83D1B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5900" y="2095498"/>
              <a:ext cx="52387" cy="246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Прямая со стрелкой 113">
            <a:extLst>
              <a:ext uri="{FF2B5EF4-FFF2-40B4-BE49-F238E27FC236}">
                <a16:creationId xmlns:a16="http://schemas.microsoft.com/office/drawing/2014/main" id="{0D53DDC8-D01C-46A1-AEC9-FC08F6504337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8802098" y="6094135"/>
            <a:ext cx="580844" cy="2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5D1AA389-3A30-466D-96E8-081628E37D2C}"/>
              </a:ext>
            </a:extLst>
          </p:cNvPr>
          <p:cNvCxnSpPr>
            <a:cxnSpLocks/>
          </p:cNvCxnSpPr>
          <p:nvPr/>
        </p:nvCxnSpPr>
        <p:spPr>
          <a:xfrm flipV="1">
            <a:off x="7323409" y="2234271"/>
            <a:ext cx="580844" cy="2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>
            <a:extLst>
              <a:ext uri="{FF2B5EF4-FFF2-40B4-BE49-F238E27FC236}">
                <a16:creationId xmlns:a16="http://schemas.microsoft.com/office/drawing/2014/main" id="{D1ECDA90-CEBE-42B3-8DAA-E9C1B8D1FD9B}"/>
              </a:ext>
            </a:extLst>
          </p:cNvPr>
          <p:cNvCxnSpPr>
            <a:cxnSpLocks/>
          </p:cNvCxnSpPr>
          <p:nvPr/>
        </p:nvCxnSpPr>
        <p:spPr>
          <a:xfrm>
            <a:off x="2981325" y="2232501"/>
            <a:ext cx="36634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>
            <a:extLst>
              <a:ext uri="{FF2B5EF4-FFF2-40B4-BE49-F238E27FC236}">
                <a16:creationId xmlns:a16="http://schemas.microsoft.com/office/drawing/2014/main" id="{6E34D367-77B2-46F3-945C-910BF443B1C4}"/>
              </a:ext>
            </a:extLst>
          </p:cNvPr>
          <p:cNvCxnSpPr>
            <a:cxnSpLocks/>
          </p:cNvCxnSpPr>
          <p:nvPr/>
        </p:nvCxnSpPr>
        <p:spPr>
          <a:xfrm flipV="1">
            <a:off x="2981325" y="2222979"/>
            <a:ext cx="0" cy="23949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Блок-схема: узел суммирования 121">
            <a:extLst>
              <a:ext uri="{FF2B5EF4-FFF2-40B4-BE49-F238E27FC236}">
                <a16:creationId xmlns:a16="http://schemas.microsoft.com/office/drawing/2014/main" id="{FBB87774-E087-4070-B35B-7715D23A33A0}"/>
              </a:ext>
            </a:extLst>
          </p:cNvPr>
          <p:cNvSpPr/>
          <p:nvPr/>
        </p:nvSpPr>
        <p:spPr>
          <a:xfrm>
            <a:off x="5396355" y="3110176"/>
            <a:ext cx="662563" cy="63008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CE3CC2EB-77FF-4525-9C6F-E280C9D51960}"/>
              </a:ext>
            </a:extLst>
          </p:cNvPr>
          <p:cNvGrpSpPr/>
          <p:nvPr/>
        </p:nvGrpSpPr>
        <p:grpSpPr>
          <a:xfrm>
            <a:off x="6442105" y="2986835"/>
            <a:ext cx="861384" cy="800099"/>
            <a:chOff x="7734300" y="1815212"/>
            <a:chExt cx="861384" cy="800099"/>
          </a:xfrm>
        </p:grpSpPr>
        <p:sp>
          <p:nvSpPr>
            <p:cNvPr id="124" name="Блок-схема: процесс 123">
              <a:extLst>
                <a:ext uri="{FF2B5EF4-FFF2-40B4-BE49-F238E27FC236}">
                  <a16:creationId xmlns:a16="http://schemas.microsoft.com/office/drawing/2014/main" id="{1D20DD7E-2666-4DB2-A91A-73008F6FB87C}"/>
                </a:ext>
              </a:extLst>
            </p:cNvPr>
            <p:cNvSpPr/>
            <p:nvPr/>
          </p:nvSpPr>
          <p:spPr>
            <a:xfrm>
              <a:off x="7734300" y="1815212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5" name="Прямая со стрелкой 124">
              <a:extLst>
                <a:ext uri="{FF2B5EF4-FFF2-40B4-BE49-F238E27FC236}">
                  <a16:creationId xmlns:a16="http://schemas.microsoft.com/office/drawing/2014/main" id="{E82392D2-78EA-47E5-AFCC-25F72FFF43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0500" y="2222109"/>
              <a:ext cx="7016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Прямая со стрелкой 125">
              <a:extLst>
                <a:ext uri="{FF2B5EF4-FFF2-40B4-BE49-F238E27FC236}">
                  <a16:creationId xmlns:a16="http://schemas.microsoft.com/office/drawing/2014/main" id="{77E03E7E-F194-4FDB-BB26-788AC9FB24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194" y="1874741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Прямая соединительная линия 126">
              <a:extLst>
                <a:ext uri="{FF2B5EF4-FFF2-40B4-BE49-F238E27FC236}">
                  <a16:creationId xmlns:a16="http://schemas.microsoft.com/office/drawing/2014/main" id="{8BF25338-3070-4AC3-898B-A1D778A38B6C}"/>
                </a:ext>
              </a:extLst>
            </p:cNvPr>
            <p:cNvCxnSpPr/>
            <p:nvPr/>
          </p:nvCxnSpPr>
          <p:spPr>
            <a:xfrm>
              <a:off x="8289925" y="1981200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Прямая соединительная линия 127">
              <a:extLst>
                <a:ext uri="{FF2B5EF4-FFF2-40B4-BE49-F238E27FC236}">
                  <a16:creationId xmlns:a16="http://schemas.microsoft.com/office/drawing/2014/main" id="{64AA6B22-B267-4A9D-8F0C-A6F29946D790}"/>
                </a:ext>
              </a:extLst>
            </p:cNvPr>
            <p:cNvCxnSpPr/>
            <p:nvPr/>
          </p:nvCxnSpPr>
          <p:spPr>
            <a:xfrm>
              <a:off x="7839075" y="2468673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Прямая соединительная линия 128">
              <a:extLst>
                <a:ext uri="{FF2B5EF4-FFF2-40B4-BE49-F238E27FC236}">
                  <a16:creationId xmlns:a16="http://schemas.microsoft.com/office/drawing/2014/main" id="{2BC26CDE-AF2F-48B5-93C3-A7A7B3AC75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4650" y="1981200"/>
              <a:ext cx="314325" cy="48747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0" name="Блок-схема: узел суммирования 129">
            <a:extLst>
              <a:ext uri="{FF2B5EF4-FFF2-40B4-BE49-F238E27FC236}">
                <a16:creationId xmlns:a16="http://schemas.microsoft.com/office/drawing/2014/main" id="{3D365B92-CC4C-4723-A71E-A8D2A8163082}"/>
              </a:ext>
            </a:extLst>
          </p:cNvPr>
          <p:cNvSpPr/>
          <p:nvPr/>
        </p:nvSpPr>
        <p:spPr>
          <a:xfrm>
            <a:off x="5406525" y="4475875"/>
            <a:ext cx="662563" cy="63008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B05BF00A-B929-4AE9-93B2-331E6B344045}"/>
              </a:ext>
            </a:extLst>
          </p:cNvPr>
          <p:cNvGrpSpPr/>
          <p:nvPr/>
        </p:nvGrpSpPr>
        <p:grpSpPr>
          <a:xfrm>
            <a:off x="6452275" y="4352534"/>
            <a:ext cx="861384" cy="800099"/>
            <a:chOff x="7734300" y="1815212"/>
            <a:chExt cx="861384" cy="800099"/>
          </a:xfrm>
        </p:grpSpPr>
        <p:sp>
          <p:nvSpPr>
            <p:cNvPr id="132" name="Блок-схема: процесс 131">
              <a:extLst>
                <a:ext uri="{FF2B5EF4-FFF2-40B4-BE49-F238E27FC236}">
                  <a16:creationId xmlns:a16="http://schemas.microsoft.com/office/drawing/2014/main" id="{8D1AE88F-8B33-491A-87C3-18BEE56153C4}"/>
                </a:ext>
              </a:extLst>
            </p:cNvPr>
            <p:cNvSpPr/>
            <p:nvPr/>
          </p:nvSpPr>
          <p:spPr>
            <a:xfrm>
              <a:off x="7734300" y="1815212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33" name="Прямая со стрелкой 132">
              <a:extLst>
                <a:ext uri="{FF2B5EF4-FFF2-40B4-BE49-F238E27FC236}">
                  <a16:creationId xmlns:a16="http://schemas.microsoft.com/office/drawing/2014/main" id="{FB92D865-F3F0-4E51-AB2F-FE43EB1A97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0500" y="2222109"/>
              <a:ext cx="7016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Прямая со стрелкой 133">
              <a:extLst>
                <a:ext uri="{FF2B5EF4-FFF2-40B4-BE49-F238E27FC236}">
                  <a16:creationId xmlns:a16="http://schemas.microsoft.com/office/drawing/2014/main" id="{4024ABE4-75CB-4532-8793-1C3851D237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194" y="1874741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Прямая соединительная линия 134">
              <a:extLst>
                <a:ext uri="{FF2B5EF4-FFF2-40B4-BE49-F238E27FC236}">
                  <a16:creationId xmlns:a16="http://schemas.microsoft.com/office/drawing/2014/main" id="{880179F5-048F-4ABB-9EDC-8ECC02D02772}"/>
                </a:ext>
              </a:extLst>
            </p:cNvPr>
            <p:cNvCxnSpPr/>
            <p:nvPr/>
          </p:nvCxnSpPr>
          <p:spPr>
            <a:xfrm>
              <a:off x="8289925" y="1981200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Прямая соединительная линия 135">
              <a:extLst>
                <a:ext uri="{FF2B5EF4-FFF2-40B4-BE49-F238E27FC236}">
                  <a16:creationId xmlns:a16="http://schemas.microsoft.com/office/drawing/2014/main" id="{0C45E8A8-BA02-484B-9608-1868EAB0A9BD}"/>
                </a:ext>
              </a:extLst>
            </p:cNvPr>
            <p:cNvCxnSpPr/>
            <p:nvPr/>
          </p:nvCxnSpPr>
          <p:spPr>
            <a:xfrm>
              <a:off x="7839075" y="2468673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Прямая соединительная линия 136">
              <a:extLst>
                <a:ext uri="{FF2B5EF4-FFF2-40B4-BE49-F238E27FC236}">
                  <a16:creationId xmlns:a16="http://schemas.microsoft.com/office/drawing/2014/main" id="{8E5C0290-3A6F-4BE1-8C34-914457F95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4650" y="1981200"/>
              <a:ext cx="314325" cy="48747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8" name="Блок-схема: узел суммирования 137">
            <a:extLst>
              <a:ext uri="{FF2B5EF4-FFF2-40B4-BE49-F238E27FC236}">
                <a16:creationId xmlns:a16="http://schemas.microsoft.com/office/drawing/2014/main" id="{569F0F6C-C1F9-46E2-B5EB-8A7F3F092E47}"/>
              </a:ext>
            </a:extLst>
          </p:cNvPr>
          <p:cNvSpPr/>
          <p:nvPr/>
        </p:nvSpPr>
        <p:spPr>
          <a:xfrm>
            <a:off x="5405141" y="5810913"/>
            <a:ext cx="662563" cy="630088"/>
          </a:xfrm>
          <a:prstGeom prst="flowChartSummingJunct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9" name="Группа 138">
            <a:extLst>
              <a:ext uri="{FF2B5EF4-FFF2-40B4-BE49-F238E27FC236}">
                <a16:creationId xmlns:a16="http://schemas.microsoft.com/office/drawing/2014/main" id="{ACC3FDC2-61A0-4739-B40A-52B63B9E1459}"/>
              </a:ext>
            </a:extLst>
          </p:cNvPr>
          <p:cNvGrpSpPr/>
          <p:nvPr/>
        </p:nvGrpSpPr>
        <p:grpSpPr>
          <a:xfrm>
            <a:off x="6450891" y="5687572"/>
            <a:ext cx="861384" cy="800099"/>
            <a:chOff x="7734300" y="1815212"/>
            <a:chExt cx="861384" cy="800099"/>
          </a:xfrm>
        </p:grpSpPr>
        <p:sp>
          <p:nvSpPr>
            <p:cNvPr id="140" name="Блок-схема: процесс 139">
              <a:extLst>
                <a:ext uri="{FF2B5EF4-FFF2-40B4-BE49-F238E27FC236}">
                  <a16:creationId xmlns:a16="http://schemas.microsoft.com/office/drawing/2014/main" id="{4FCE13A1-09D0-421C-A2B6-2D1746667060}"/>
                </a:ext>
              </a:extLst>
            </p:cNvPr>
            <p:cNvSpPr/>
            <p:nvPr/>
          </p:nvSpPr>
          <p:spPr>
            <a:xfrm>
              <a:off x="7734300" y="1815212"/>
              <a:ext cx="861384" cy="80009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1" name="Прямая со стрелкой 140">
              <a:extLst>
                <a:ext uri="{FF2B5EF4-FFF2-40B4-BE49-F238E27FC236}">
                  <a16:creationId xmlns:a16="http://schemas.microsoft.com/office/drawing/2014/main" id="{8455E0F0-A89F-4071-B84C-3497AABE70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0500" y="2222109"/>
              <a:ext cx="7016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 стрелкой 141">
              <a:extLst>
                <a:ext uri="{FF2B5EF4-FFF2-40B4-BE49-F238E27FC236}">
                  <a16:creationId xmlns:a16="http://schemas.microsoft.com/office/drawing/2014/main" id="{046619EA-9D75-45FF-8A2B-82F8C45340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194" y="1874741"/>
              <a:ext cx="0" cy="679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>
              <a:extLst>
                <a:ext uri="{FF2B5EF4-FFF2-40B4-BE49-F238E27FC236}">
                  <a16:creationId xmlns:a16="http://schemas.microsoft.com/office/drawing/2014/main" id="{315B557E-B696-4C73-B723-92528F378449}"/>
                </a:ext>
              </a:extLst>
            </p:cNvPr>
            <p:cNvCxnSpPr/>
            <p:nvPr/>
          </p:nvCxnSpPr>
          <p:spPr>
            <a:xfrm>
              <a:off x="8289925" y="1981200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>
              <a:extLst>
                <a:ext uri="{FF2B5EF4-FFF2-40B4-BE49-F238E27FC236}">
                  <a16:creationId xmlns:a16="http://schemas.microsoft.com/office/drawing/2014/main" id="{49FA5F9E-DEA9-44FB-956F-DF59ACB29AD1}"/>
                </a:ext>
              </a:extLst>
            </p:cNvPr>
            <p:cNvCxnSpPr/>
            <p:nvPr/>
          </p:nvCxnSpPr>
          <p:spPr>
            <a:xfrm>
              <a:off x="7839075" y="2468673"/>
              <a:ext cx="15557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>
              <a:extLst>
                <a:ext uri="{FF2B5EF4-FFF2-40B4-BE49-F238E27FC236}">
                  <a16:creationId xmlns:a16="http://schemas.microsoft.com/office/drawing/2014/main" id="{4EDB017F-7C1C-449B-BD6D-792ABFCE01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4650" y="1981200"/>
              <a:ext cx="314325" cy="48747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6" name="Прямая со стрелкой 145">
            <a:extLst>
              <a:ext uri="{FF2B5EF4-FFF2-40B4-BE49-F238E27FC236}">
                <a16:creationId xmlns:a16="http://schemas.microsoft.com/office/drawing/2014/main" id="{EFB1257F-0070-4EFF-B262-205BD474E481}"/>
              </a:ext>
            </a:extLst>
          </p:cNvPr>
          <p:cNvCxnSpPr>
            <a:cxnSpLocks/>
          </p:cNvCxnSpPr>
          <p:nvPr/>
        </p:nvCxnSpPr>
        <p:spPr>
          <a:xfrm flipV="1">
            <a:off x="7333386" y="3416672"/>
            <a:ext cx="580844" cy="2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Прямая со стрелкой 146">
            <a:extLst>
              <a:ext uri="{FF2B5EF4-FFF2-40B4-BE49-F238E27FC236}">
                <a16:creationId xmlns:a16="http://schemas.microsoft.com/office/drawing/2014/main" id="{0882C74B-7FC1-4DB6-866E-C3427904B8D9}"/>
              </a:ext>
            </a:extLst>
          </p:cNvPr>
          <p:cNvCxnSpPr>
            <a:cxnSpLocks/>
          </p:cNvCxnSpPr>
          <p:nvPr/>
        </p:nvCxnSpPr>
        <p:spPr>
          <a:xfrm flipV="1">
            <a:off x="7323409" y="4758526"/>
            <a:ext cx="580844" cy="2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я со стрелкой 147">
            <a:extLst>
              <a:ext uri="{FF2B5EF4-FFF2-40B4-BE49-F238E27FC236}">
                <a16:creationId xmlns:a16="http://schemas.microsoft.com/office/drawing/2014/main" id="{3E9FF518-2EDA-4FBF-B8F9-F7BBEF75FF64}"/>
              </a:ext>
            </a:extLst>
          </p:cNvPr>
          <p:cNvCxnSpPr>
            <a:cxnSpLocks/>
          </p:cNvCxnSpPr>
          <p:nvPr/>
        </p:nvCxnSpPr>
        <p:spPr>
          <a:xfrm flipV="1">
            <a:off x="7351602" y="6102908"/>
            <a:ext cx="580844" cy="26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Прямая соединительная линия 148">
            <a:extLst>
              <a:ext uri="{FF2B5EF4-FFF2-40B4-BE49-F238E27FC236}">
                <a16:creationId xmlns:a16="http://schemas.microsoft.com/office/drawing/2014/main" id="{C59E6B51-968C-4CCB-ACFE-6D0D34BA40AA}"/>
              </a:ext>
            </a:extLst>
          </p:cNvPr>
          <p:cNvCxnSpPr>
            <a:cxnSpLocks/>
          </p:cNvCxnSpPr>
          <p:nvPr/>
        </p:nvCxnSpPr>
        <p:spPr>
          <a:xfrm flipV="1">
            <a:off x="2390775" y="2197373"/>
            <a:ext cx="0" cy="32486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E43AA6ED-DEF8-46E6-82BE-AB0BB09EA543}"/>
              </a:ext>
            </a:extLst>
          </p:cNvPr>
          <p:cNvCxnSpPr>
            <a:cxnSpLocks/>
          </p:cNvCxnSpPr>
          <p:nvPr/>
        </p:nvCxnSpPr>
        <p:spPr>
          <a:xfrm flipV="1">
            <a:off x="2667000" y="2714626"/>
            <a:ext cx="0" cy="1346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Прямая соединительная линия 150">
            <a:extLst>
              <a:ext uri="{FF2B5EF4-FFF2-40B4-BE49-F238E27FC236}">
                <a16:creationId xmlns:a16="http://schemas.microsoft.com/office/drawing/2014/main" id="{E5B9F170-CDF4-4D70-92E7-2288FD0D1FF6}"/>
              </a:ext>
            </a:extLst>
          </p:cNvPr>
          <p:cNvCxnSpPr>
            <a:cxnSpLocks/>
          </p:cNvCxnSpPr>
          <p:nvPr/>
        </p:nvCxnSpPr>
        <p:spPr>
          <a:xfrm flipV="1">
            <a:off x="2162175" y="5380666"/>
            <a:ext cx="0" cy="4302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Прямая соединительная линия 151">
            <a:extLst>
              <a:ext uri="{FF2B5EF4-FFF2-40B4-BE49-F238E27FC236}">
                <a16:creationId xmlns:a16="http://schemas.microsoft.com/office/drawing/2014/main" id="{30162592-5991-45C9-B7E3-8ED7CE7865A1}"/>
              </a:ext>
            </a:extLst>
          </p:cNvPr>
          <p:cNvCxnSpPr>
            <a:cxnSpLocks/>
          </p:cNvCxnSpPr>
          <p:nvPr/>
        </p:nvCxnSpPr>
        <p:spPr>
          <a:xfrm flipV="1">
            <a:off x="3457575" y="3416672"/>
            <a:ext cx="0" cy="27041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Прямая со стрелкой 152">
            <a:extLst>
              <a:ext uri="{FF2B5EF4-FFF2-40B4-BE49-F238E27FC236}">
                <a16:creationId xmlns:a16="http://schemas.microsoft.com/office/drawing/2014/main" id="{85977813-E706-4E32-B03A-B3D179560AF6}"/>
              </a:ext>
            </a:extLst>
          </p:cNvPr>
          <p:cNvCxnSpPr>
            <a:cxnSpLocks/>
          </p:cNvCxnSpPr>
          <p:nvPr/>
        </p:nvCxnSpPr>
        <p:spPr>
          <a:xfrm flipV="1">
            <a:off x="3457575" y="4778481"/>
            <a:ext cx="1938780" cy="124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 стрелкой 153">
            <a:extLst>
              <a:ext uri="{FF2B5EF4-FFF2-40B4-BE49-F238E27FC236}">
                <a16:creationId xmlns:a16="http://schemas.microsoft.com/office/drawing/2014/main" id="{34AA4A9F-43EB-4D47-898F-6A1AAE27CC43}"/>
              </a:ext>
            </a:extLst>
          </p:cNvPr>
          <p:cNvCxnSpPr>
            <a:cxnSpLocks/>
          </p:cNvCxnSpPr>
          <p:nvPr/>
        </p:nvCxnSpPr>
        <p:spPr>
          <a:xfrm flipV="1">
            <a:off x="3457575" y="3394851"/>
            <a:ext cx="1938780" cy="218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 стрелкой 157">
            <a:extLst>
              <a:ext uri="{FF2B5EF4-FFF2-40B4-BE49-F238E27FC236}">
                <a16:creationId xmlns:a16="http://schemas.microsoft.com/office/drawing/2014/main" id="{8BE36139-608B-4AE6-9607-AA7A3A486B51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5727637" y="2714625"/>
            <a:ext cx="0" cy="3955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Прямая со стрелкой 160">
            <a:extLst>
              <a:ext uri="{FF2B5EF4-FFF2-40B4-BE49-F238E27FC236}">
                <a16:creationId xmlns:a16="http://schemas.microsoft.com/office/drawing/2014/main" id="{3D403CB4-8116-4940-8F68-75EC64DC89F1}"/>
              </a:ext>
            </a:extLst>
          </p:cNvPr>
          <p:cNvCxnSpPr>
            <a:cxnSpLocks/>
            <a:stCxn id="122" idx="6"/>
            <a:endCxn id="124" idx="1"/>
          </p:cNvCxnSpPr>
          <p:nvPr/>
        </p:nvCxnSpPr>
        <p:spPr>
          <a:xfrm flipV="1">
            <a:off x="6058918" y="3386885"/>
            <a:ext cx="3831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Прямая со стрелкой 163">
            <a:extLst>
              <a:ext uri="{FF2B5EF4-FFF2-40B4-BE49-F238E27FC236}">
                <a16:creationId xmlns:a16="http://schemas.microsoft.com/office/drawing/2014/main" id="{3A78D6CE-865A-4E47-8E6C-D9895297AF0B}"/>
              </a:ext>
            </a:extLst>
          </p:cNvPr>
          <p:cNvCxnSpPr>
            <a:cxnSpLocks/>
          </p:cNvCxnSpPr>
          <p:nvPr/>
        </p:nvCxnSpPr>
        <p:spPr>
          <a:xfrm flipV="1">
            <a:off x="6058918" y="4790919"/>
            <a:ext cx="3831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Прямая со стрелкой 164">
            <a:extLst>
              <a:ext uri="{FF2B5EF4-FFF2-40B4-BE49-F238E27FC236}">
                <a16:creationId xmlns:a16="http://schemas.microsoft.com/office/drawing/2014/main" id="{91D5F462-FE73-484F-B7D3-86837AF8094F}"/>
              </a:ext>
            </a:extLst>
          </p:cNvPr>
          <p:cNvCxnSpPr>
            <a:cxnSpLocks/>
          </p:cNvCxnSpPr>
          <p:nvPr/>
        </p:nvCxnSpPr>
        <p:spPr>
          <a:xfrm flipV="1">
            <a:off x="6067704" y="6082811"/>
            <a:ext cx="3831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Прямая соединительная линия 171">
            <a:extLst>
              <a:ext uri="{FF2B5EF4-FFF2-40B4-BE49-F238E27FC236}">
                <a16:creationId xmlns:a16="http://schemas.microsoft.com/office/drawing/2014/main" id="{7D0C1FC9-6E5D-41D6-A990-DD3E03474DD0}"/>
              </a:ext>
            </a:extLst>
          </p:cNvPr>
          <p:cNvCxnSpPr>
            <a:cxnSpLocks/>
          </p:cNvCxnSpPr>
          <p:nvPr/>
        </p:nvCxnSpPr>
        <p:spPr>
          <a:xfrm>
            <a:off x="2667000" y="2707414"/>
            <a:ext cx="3060636" cy="65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Овал 177">
            <a:extLst>
              <a:ext uri="{FF2B5EF4-FFF2-40B4-BE49-F238E27FC236}">
                <a16:creationId xmlns:a16="http://schemas.microsoft.com/office/drawing/2014/main" id="{2A846FBB-FDAE-4392-932F-9FFEE6238778}"/>
              </a:ext>
            </a:extLst>
          </p:cNvPr>
          <p:cNvSpPr/>
          <p:nvPr/>
        </p:nvSpPr>
        <p:spPr>
          <a:xfrm>
            <a:off x="2569974" y="2881579"/>
            <a:ext cx="174416" cy="17284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9" name="Блок-схема: процесс 178">
            <a:extLst>
              <a:ext uri="{FF2B5EF4-FFF2-40B4-BE49-F238E27FC236}">
                <a16:creationId xmlns:a16="http://schemas.microsoft.com/office/drawing/2014/main" id="{11BC4067-65CE-427E-B400-7D38AA9F882B}"/>
              </a:ext>
            </a:extLst>
          </p:cNvPr>
          <p:cNvSpPr/>
          <p:nvPr/>
        </p:nvSpPr>
        <p:spPr>
          <a:xfrm>
            <a:off x="4415691" y="3756351"/>
            <a:ext cx="662567" cy="609084"/>
          </a:xfrm>
          <a:prstGeom prst="flowChart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81" name="Овал 180">
            <a:extLst>
              <a:ext uri="{FF2B5EF4-FFF2-40B4-BE49-F238E27FC236}">
                <a16:creationId xmlns:a16="http://schemas.microsoft.com/office/drawing/2014/main" id="{1307139F-71BC-4C02-BDD4-9EAB143AD37F}"/>
              </a:ext>
            </a:extLst>
          </p:cNvPr>
          <p:cNvSpPr/>
          <p:nvPr/>
        </p:nvSpPr>
        <p:spPr>
          <a:xfrm>
            <a:off x="3370366" y="4691955"/>
            <a:ext cx="174416" cy="17284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2" name="Прямая со стрелкой 181">
            <a:extLst>
              <a:ext uri="{FF2B5EF4-FFF2-40B4-BE49-F238E27FC236}">
                <a16:creationId xmlns:a16="http://schemas.microsoft.com/office/drawing/2014/main" id="{540E8B0C-F990-4D0E-A7D7-2B047CD3E29C}"/>
              </a:ext>
            </a:extLst>
          </p:cNvPr>
          <p:cNvCxnSpPr>
            <a:cxnSpLocks/>
          </p:cNvCxnSpPr>
          <p:nvPr/>
        </p:nvCxnSpPr>
        <p:spPr>
          <a:xfrm>
            <a:off x="2667000" y="4064065"/>
            <a:ext cx="176036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Прямая со стрелкой 184">
            <a:extLst>
              <a:ext uri="{FF2B5EF4-FFF2-40B4-BE49-F238E27FC236}">
                <a16:creationId xmlns:a16="http://schemas.microsoft.com/office/drawing/2014/main" id="{5354CE9D-A233-4A3D-9A0E-86B203F1ED91}"/>
              </a:ext>
            </a:extLst>
          </p:cNvPr>
          <p:cNvCxnSpPr>
            <a:cxnSpLocks/>
          </p:cNvCxnSpPr>
          <p:nvPr/>
        </p:nvCxnSpPr>
        <p:spPr>
          <a:xfrm>
            <a:off x="5736422" y="4074181"/>
            <a:ext cx="0" cy="3955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Прямая соединительная линия 185">
            <a:extLst>
              <a:ext uri="{FF2B5EF4-FFF2-40B4-BE49-F238E27FC236}">
                <a16:creationId xmlns:a16="http://schemas.microsoft.com/office/drawing/2014/main" id="{1DEF15F1-0811-4DF2-9077-EFD5235132A3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5078258" y="4060893"/>
            <a:ext cx="658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Прямая со стрелкой 190">
            <a:extLst>
              <a:ext uri="{FF2B5EF4-FFF2-40B4-BE49-F238E27FC236}">
                <a16:creationId xmlns:a16="http://schemas.microsoft.com/office/drawing/2014/main" id="{6578699F-231A-40C1-9701-7EA9B3FFFF81}"/>
              </a:ext>
            </a:extLst>
          </p:cNvPr>
          <p:cNvCxnSpPr>
            <a:cxnSpLocks/>
          </p:cNvCxnSpPr>
          <p:nvPr/>
        </p:nvCxnSpPr>
        <p:spPr>
          <a:xfrm>
            <a:off x="5727636" y="5415362"/>
            <a:ext cx="0" cy="3955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Прямая соединительная линия 191">
            <a:extLst>
              <a:ext uri="{FF2B5EF4-FFF2-40B4-BE49-F238E27FC236}">
                <a16:creationId xmlns:a16="http://schemas.microsoft.com/office/drawing/2014/main" id="{7BA2846F-B715-47BC-ACD1-512448883E3A}"/>
              </a:ext>
            </a:extLst>
          </p:cNvPr>
          <p:cNvCxnSpPr>
            <a:cxnSpLocks/>
          </p:cNvCxnSpPr>
          <p:nvPr/>
        </p:nvCxnSpPr>
        <p:spPr>
          <a:xfrm flipV="1">
            <a:off x="2390775" y="5437569"/>
            <a:ext cx="3327043" cy="16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id="{67F40318-D728-4991-A683-B8EC34B1E96A}"/>
              </a:ext>
            </a:extLst>
          </p:cNvPr>
          <p:cNvCxnSpPr>
            <a:cxnSpLocks/>
          </p:cNvCxnSpPr>
          <p:nvPr/>
        </p:nvCxnSpPr>
        <p:spPr>
          <a:xfrm>
            <a:off x="2162175" y="5816905"/>
            <a:ext cx="2831944" cy="16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Прямая со стрелкой 197">
            <a:extLst>
              <a:ext uri="{FF2B5EF4-FFF2-40B4-BE49-F238E27FC236}">
                <a16:creationId xmlns:a16="http://schemas.microsoft.com/office/drawing/2014/main" id="{31DC8B6F-5946-4C4F-BB68-5394A66FB7DD}"/>
              </a:ext>
            </a:extLst>
          </p:cNvPr>
          <p:cNvCxnSpPr>
            <a:cxnSpLocks/>
          </p:cNvCxnSpPr>
          <p:nvPr/>
        </p:nvCxnSpPr>
        <p:spPr>
          <a:xfrm flipV="1">
            <a:off x="5013168" y="6127957"/>
            <a:ext cx="3831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0D8F9CA0-2F04-4926-AD40-4AF031BBC3AF}"/>
              </a:ext>
            </a:extLst>
          </p:cNvPr>
          <p:cNvCxnSpPr>
            <a:cxnSpLocks/>
          </p:cNvCxnSpPr>
          <p:nvPr/>
        </p:nvCxnSpPr>
        <p:spPr>
          <a:xfrm flipV="1">
            <a:off x="5003643" y="5818641"/>
            <a:ext cx="0" cy="3093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05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61131-2DEB-E3BC-A398-4636493C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BF078-1D53-F8D9-AA5D-B12A322EE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Матричный БФС ДРК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85AEC0E-3D55-72EF-3812-556B7CB4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9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3D6A11-DC7A-F6E0-613A-2B9A71E2D61C}"/>
                  </a:ext>
                </a:extLst>
              </p:cNvPr>
              <p:cNvSpPr txBox="1"/>
              <p:nvPr/>
            </p:nvSpPr>
            <p:spPr>
              <a:xfrm>
                <a:off x="114300" y="970962"/>
                <a:ext cx="1525964" cy="1284262"/>
              </a:xfrm>
              <a:prstGeom prst="rect">
                <a:avLst/>
              </a:prstGeom>
              <a:ln w="28575">
                <a:solidFill>
                  <a:srgbClr val="2CABCE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/>
                  <a:t>Вектор упоров движителей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3D6A11-DC7A-F6E0-613A-2B9A71E2D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970962"/>
                <a:ext cx="1525964" cy="1284262"/>
              </a:xfrm>
              <a:prstGeom prst="rect">
                <a:avLst/>
              </a:prstGeom>
              <a:blipFill>
                <a:blip r:embed="rId2"/>
                <a:stretch>
                  <a:fillRect t="-463" r="-1176"/>
                </a:stretch>
              </a:blipFill>
              <a:ln w="28575">
                <a:solidFill>
                  <a:srgbClr val="2CABC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CC656D-DCB9-E6FE-9C89-825EC51A8C56}"/>
                  </a:ext>
                </a:extLst>
              </p:cNvPr>
              <p:cNvSpPr txBox="1"/>
              <p:nvPr/>
            </p:nvSpPr>
            <p:spPr>
              <a:xfrm>
                <a:off x="114299" y="2255224"/>
                <a:ext cx="1525965" cy="2074158"/>
              </a:xfrm>
              <a:prstGeom prst="rect">
                <a:avLst/>
              </a:prstGeom>
              <a:ln w="28575">
                <a:solidFill>
                  <a:srgbClr val="2CABCE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/>
                  <a:t>Вектор сил и моментов ДРК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  <m:t>ПА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ПА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ru-RU" sz="1600" i="1">
                                              <a:latin typeface="Cambria Math" panose="02040503050406030204" pitchFamily="18" charset="0"/>
                                            </a:rPr>
                                            <m:t>ПА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ru-RU" sz="1600" i="1">
                                              <a:latin typeface="Cambria Math" panose="02040503050406030204" pitchFamily="18" charset="0"/>
                                            </a:rPr>
                                            <m:t>ПА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sz="1600" i="1">
                                                    <a:latin typeface="Cambria Math" panose="02040503050406030204" pitchFamily="18" charset="0"/>
                                                  </a:rPr>
                                                  <m:t>ПА</m:t>
                                                </m:r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sz="1600" i="1">
                                                    <a:latin typeface="Cambria Math" panose="02040503050406030204" pitchFamily="18" charset="0"/>
                                                  </a:rPr>
                                                  <m:t>ПА</m:t>
                                                </m:r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CC656D-DCB9-E6FE-9C89-825EC51A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9" y="2255224"/>
                <a:ext cx="1525965" cy="2074158"/>
              </a:xfrm>
              <a:prstGeom prst="rect">
                <a:avLst/>
              </a:prstGeom>
              <a:blipFill>
                <a:blip r:embed="rId3"/>
                <a:stretch>
                  <a:fillRect t="-290"/>
                </a:stretch>
              </a:blipFill>
              <a:ln w="28575">
                <a:solidFill>
                  <a:srgbClr val="2CABC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1A3070-F10A-7F6E-D67D-0ADCAF7825B5}"/>
                  </a:ext>
                </a:extLst>
              </p:cNvPr>
              <p:cNvSpPr txBox="1"/>
              <p:nvPr/>
            </p:nvSpPr>
            <p:spPr>
              <a:xfrm>
                <a:off x="1640264" y="970962"/>
                <a:ext cx="2743200" cy="861774"/>
              </a:xfrm>
              <a:prstGeom prst="rect">
                <a:avLst/>
              </a:prstGeom>
              <a:ln w="28575">
                <a:solidFill>
                  <a:srgbClr val="2CABCE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ru-RU" sz="1600" dirty="0"/>
                  <a:t>Зависимость сил и моментов ДРК от упоров движителей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1A3070-F10A-7F6E-D67D-0ADCAF782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264" y="970962"/>
                <a:ext cx="2743200" cy="861774"/>
              </a:xfrm>
              <a:prstGeom prst="rect">
                <a:avLst/>
              </a:prstGeom>
              <a:blipFill>
                <a:blip r:embed="rId4"/>
                <a:stretch>
                  <a:fillRect l="-659" t="-680" r="-879"/>
                </a:stretch>
              </a:blipFill>
              <a:ln w="28575">
                <a:solidFill>
                  <a:srgbClr val="2CABC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DD69595-C7F4-1333-CC93-241E77726C80}"/>
              </a:ext>
            </a:extLst>
          </p:cNvPr>
          <p:cNvSpPr txBox="1"/>
          <p:nvPr/>
        </p:nvSpPr>
        <p:spPr>
          <a:xfrm>
            <a:off x="5495828" y="1816662"/>
            <a:ext cx="6363990" cy="1815882"/>
          </a:xfrm>
          <a:prstGeom prst="rect">
            <a:avLst/>
          </a:prstGeom>
          <a:ln w="28575">
            <a:solidFill>
              <a:srgbClr val="2CABC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Итоговые упоры получились больше физически возможных:</a:t>
            </a:r>
          </a:p>
          <a:p>
            <a:pPr algn="just"/>
            <a:r>
              <a:rPr lang="ru-RU" sz="1600" dirty="0"/>
              <a:t>а) </a:t>
            </a:r>
            <a:r>
              <a:rPr lang="ru-RU" sz="1600" dirty="0">
                <a:solidFill>
                  <a:schemeClr val="accent3">
                    <a:lumMod val="75000"/>
                  </a:schemeClr>
                </a:solidFill>
              </a:rPr>
              <a:t>Обрезка</a:t>
            </a:r>
            <a:r>
              <a:rPr lang="ru-RU" sz="1600" dirty="0"/>
              <a:t>: все упоры, которые получились больше физически возможных, принимаем равными максимально возможной величине;</a:t>
            </a:r>
          </a:p>
          <a:p>
            <a:pPr algn="just"/>
            <a:r>
              <a:rPr lang="ru-RU" sz="1600" dirty="0"/>
              <a:t>б) </a:t>
            </a:r>
            <a:r>
              <a:rPr lang="ru-RU" sz="1600" dirty="0">
                <a:solidFill>
                  <a:schemeClr val="accent3">
                    <a:lumMod val="75000"/>
                  </a:schemeClr>
                </a:solidFill>
              </a:rPr>
              <a:t>Масштабирование</a:t>
            </a:r>
            <a:r>
              <a:rPr lang="ru-RU" sz="1600" dirty="0"/>
              <a:t>: максимальный упор принимаем равным максимально возможной величине, рассчитываем его коэффициент масштабирования и применяем это масштабирование ко всем остальным упорам.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DDFD42-8769-FD96-4CA3-CFC613A0B8B0}"/>
                  </a:ext>
                </a:extLst>
              </p:cNvPr>
              <p:cNvSpPr txBox="1"/>
              <p:nvPr/>
            </p:nvSpPr>
            <p:spPr>
              <a:xfrm>
                <a:off x="1640264" y="3310064"/>
                <a:ext cx="3855564" cy="2308324"/>
              </a:xfrm>
              <a:prstGeom prst="rect">
                <a:avLst/>
              </a:prstGeom>
              <a:ln w="28575">
                <a:solidFill>
                  <a:srgbClr val="2CABCE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600" dirty="0"/>
                  <a:t>Упоры движителей имеют нелинейную зависимость от управляющего сигнала:</a:t>
                </a:r>
              </a:p>
              <a:p>
                <a:pPr algn="just"/>
                <a:r>
                  <a:rPr lang="en-US" sz="1600" dirty="0"/>
                  <a:t>1</a:t>
                </a:r>
                <a:r>
                  <a:rPr lang="ru-RU" sz="1600" dirty="0"/>
                  <a:t>) </a:t>
                </a:r>
                <a:r>
                  <a:rPr lang="ru-RU" sz="1600" dirty="0">
                    <a:solidFill>
                      <a:schemeClr val="accent3">
                        <a:lumMod val="75000"/>
                      </a:schemeClr>
                    </a:solidFill>
                  </a:rPr>
                  <a:t>накладываем дополнительные ограничения </a:t>
                </a:r>
                <a:r>
                  <a:rPr lang="ru-RU" sz="1600" dirty="0"/>
                  <a:t>на управляющие сигналы движителей: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ru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16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sz="1600" dirty="0"/>
                  <a:t>2) </a:t>
                </a:r>
                <a:r>
                  <a:rPr lang="ru-RU" sz="1600" dirty="0">
                    <a:solidFill>
                      <a:schemeClr val="accent3">
                        <a:lumMod val="75000"/>
                      </a:schemeClr>
                    </a:solidFill>
                  </a:rPr>
                  <a:t>используем итерационные алгоритмы расчета</a:t>
                </a:r>
                <a:r>
                  <a:rPr lang="ru-RU" sz="1600" dirty="0"/>
                  <a:t> (линейное и квадратичное программирование </a:t>
                </a:r>
                <a:r>
                  <a:rPr lang="en-US" sz="1600" dirty="0"/>
                  <a:t>LP </a:t>
                </a:r>
                <a:r>
                  <a:rPr lang="ru-RU" sz="1600" dirty="0"/>
                  <a:t>и </a:t>
                </a:r>
                <a:r>
                  <a:rPr lang="en-US" sz="1600" dirty="0"/>
                  <a:t>QP)</a:t>
                </a:r>
                <a:r>
                  <a:rPr lang="ru-RU" sz="1600" dirty="0"/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DDFD42-8769-FD96-4CA3-CFC613A0B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264" y="3310064"/>
                <a:ext cx="3855564" cy="2308324"/>
              </a:xfrm>
              <a:prstGeom prst="rect">
                <a:avLst/>
              </a:prstGeom>
              <a:blipFill>
                <a:blip r:embed="rId5"/>
                <a:stretch>
                  <a:fillRect l="-470" t="-260" r="-313" b="-1563"/>
                </a:stretch>
              </a:blipFill>
              <a:ln w="28575">
                <a:solidFill>
                  <a:srgbClr val="2CABC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E53511-D2EE-DE3D-A9BD-8AF5F4B726D6}"/>
                  </a:ext>
                </a:extLst>
              </p:cNvPr>
              <p:cNvSpPr txBox="1"/>
              <p:nvPr/>
            </p:nvSpPr>
            <p:spPr>
              <a:xfrm>
                <a:off x="1640264" y="1832736"/>
                <a:ext cx="3855564" cy="1477328"/>
              </a:xfrm>
              <a:prstGeom prst="rect">
                <a:avLst/>
              </a:prstGeom>
              <a:noFill/>
              <a:ln w="57150">
                <a:solidFill>
                  <a:srgbClr val="2CABCE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Расчет упоров движителей по требуемым силам и моментам: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ru-RU" dirty="0"/>
                  <a:t>г</a:t>
                </a:r>
                <a:r>
                  <a:rPr lang="ru-RU" b="0" dirty="0"/>
                  <a:t>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ru-RU" b="0" dirty="0"/>
                  <a:t> - псевдообратная матрица: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E53511-D2EE-DE3D-A9BD-8AF5F4B72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264" y="1832736"/>
                <a:ext cx="3855564" cy="1477328"/>
              </a:xfrm>
              <a:prstGeom prst="rect">
                <a:avLst/>
              </a:prstGeom>
              <a:blipFill>
                <a:blip r:embed="rId6"/>
                <a:stretch>
                  <a:fillRect l="-623" t="-797" b="-398"/>
                </a:stretch>
              </a:blipFill>
              <a:ln w="57150">
                <a:solidFill>
                  <a:srgbClr val="2CABC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F99648-75A8-29E9-71EF-FDDF0F181791}"/>
                  </a:ext>
                </a:extLst>
              </p:cNvPr>
              <p:cNvSpPr txBox="1"/>
              <p:nvPr/>
            </p:nvSpPr>
            <p:spPr>
              <a:xfrm>
                <a:off x="5495828" y="3643640"/>
                <a:ext cx="6581872" cy="3060000"/>
              </a:xfrm>
              <a:prstGeom prst="rect">
                <a:avLst/>
              </a:prstGeom>
              <a:noFill/>
              <a:ln w="57150">
                <a:solidFill>
                  <a:srgbClr val="2CABCE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Порядок расчета:</a:t>
                </a:r>
              </a:p>
              <a:p>
                <a:pPr marL="179388" indent="-179388">
                  <a:buAutoNum type="arabicParenR"/>
                  <a:tabLst>
                    <a:tab pos="179388" algn="l"/>
                  </a:tabLst>
                </a:pPr>
                <a:r>
                  <a:rPr lang="ru-RU" dirty="0"/>
                  <a:t>Линеаризовать модели движителей;</a:t>
                </a:r>
              </a:p>
              <a:p>
                <a:pPr marL="179388" indent="-179388">
                  <a:buAutoNum type="arabicParenR"/>
                  <a:tabLst>
                    <a:tab pos="179388" algn="l"/>
                  </a:tabLst>
                </a:pPr>
                <a:r>
                  <a:rPr lang="ru-RU" dirty="0"/>
                  <a:t>Рассчитать упоры по линеаризованным моделям: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л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b="0" dirty="0"/>
              </a:p>
              <a:p>
                <a:pPr marL="179388" indent="-179388">
                  <a:buFont typeface="+mj-lt"/>
                  <a:buAutoNum type="arabicParenR" startAt="3"/>
                </a:pPr>
                <a:r>
                  <a:rPr lang="ru-RU" dirty="0"/>
                  <a:t>Рассчитать получаемые силы и моменты по исходным нелинейным моделям движителей: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ru-RU" dirty="0"/>
              </a:p>
              <a:p>
                <a:pPr marL="179388" indent="-179388">
                  <a:buFont typeface="+mj-lt"/>
                  <a:buAutoNum type="arabicParenR" startAt="4"/>
                </a:pPr>
                <a:r>
                  <a:rPr lang="ru-RU" b="0" dirty="0"/>
                  <a:t>Вычислить ошибку: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marL="179388" indent="-179388">
                  <a:buFont typeface="+mj-lt"/>
                  <a:buAutoNum type="arabicParenR" startAt="5"/>
                </a:pPr>
                <a:r>
                  <a:rPr lang="ru-RU" b="0" dirty="0"/>
                  <a:t>Рассчитать корректирующие добавки: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marL="179388" indent="-179388">
                  <a:buFont typeface="+mj-lt"/>
                  <a:buAutoNum type="arabicParenR" startAt="6"/>
                </a:pPr>
                <a:r>
                  <a:rPr lang="ru-RU" b="0" dirty="0"/>
                  <a:t>Рассчитать новые упоры: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marL="179388" indent="-179388">
                  <a:buFont typeface="+mj-lt"/>
                  <a:buAutoNum type="arabicParenR" startAt="7"/>
                </a:pPr>
                <a:r>
                  <a:rPr lang="ru-RU" b="0" dirty="0"/>
                  <a:t>Повторить пункты 3)-6) до достижения желаемой величины ошибки.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F99648-75A8-29E9-71EF-FDDF0F181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28" y="3643640"/>
                <a:ext cx="6581872" cy="3060000"/>
              </a:xfrm>
              <a:prstGeom prst="rect">
                <a:avLst/>
              </a:prstGeom>
              <a:blipFill>
                <a:blip r:embed="rId7"/>
                <a:stretch>
                  <a:fillRect l="-460" t="-391"/>
                </a:stretch>
              </a:blipFill>
              <a:ln w="57150">
                <a:solidFill>
                  <a:srgbClr val="2CABC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70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  <a:r>
              <a:rPr lang="en-US" dirty="0"/>
              <a:t> 2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9" name="Содержимое 4">
            <a:extLst>
              <a:ext uri="{FF2B5EF4-FFF2-40B4-BE49-F238E27FC236}">
                <a16:creationId xmlns:a16="http://schemas.microsoft.com/office/drawing/2014/main" id="{876F03EA-4698-40BD-B464-F6CD2D34B945}"/>
              </a:ext>
            </a:extLst>
          </p:cNvPr>
          <p:cNvSpPr txBox="1">
            <a:spLocks/>
          </p:cNvSpPr>
          <p:nvPr/>
        </p:nvSpPr>
        <p:spPr>
          <a:xfrm>
            <a:off x="332181" y="967155"/>
            <a:ext cx="11697893" cy="975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Построить блок формирования сигналов движительно-рулевого комплекса ПА «Износ».</a:t>
            </a:r>
          </a:p>
        </p:txBody>
      </p:sp>
    </p:spTree>
    <p:extLst>
      <p:ext uri="{BB962C8B-B14F-4D97-AF65-F5344CB8AC3E}">
        <p14:creationId xmlns:p14="http://schemas.microsoft.com/office/powerpoint/2010/main" val="20306013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2544</TotalTime>
  <Words>595</Words>
  <Application>Microsoft Office PowerPoint</Application>
  <PresentationFormat>Широкоэкранный</PresentationFormat>
  <Paragraphs>153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Тема Office</vt:lpstr>
      <vt:lpstr>Основы моделирования и исследования систем подводных аппаратов</vt:lpstr>
      <vt:lpstr>Движительно-рулевой комплекс подводного аппарата</vt:lpstr>
      <vt:lpstr>Движительно-рулевой комплекс подводного аппарата</vt:lpstr>
      <vt:lpstr>Влияние движителя на подводный аппарат</vt:lpstr>
      <vt:lpstr>Модель движительно-рулевого комплекса</vt:lpstr>
      <vt:lpstr>Модель движительно-рулевого комплекса</vt:lpstr>
      <vt:lpstr>Задача 1</vt:lpstr>
      <vt:lpstr>Блок формирования сигналов  движительно-рулевого комплекса (БФС ДРК)</vt:lpstr>
      <vt:lpstr>Матричный БФС ДРК</vt:lpstr>
      <vt:lpstr>Задача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моделирования и исследования систем подводных аппаратов</dc:title>
  <dc:creator>Анна Сергеевна Ромашко</dc:creator>
  <cp:lastModifiedBy>Анна Сергеевна Ромашко</cp:lastModifiedBy>
  <cp:revision>87</cp:revision>
  <dcterms:created xsi:type="dcterms:W3CDTF">2026-08-31T05:10:56Z</dcterms:created>
  <dcterms:modified xsi:type="dcterms:W3CDTF">2026-09-09T05:09:05Z</dcterms:modified>
</cp:coreProperties>
</file>