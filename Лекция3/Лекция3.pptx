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58" r:id="rId2"/>
    <p:sldId id="282" r:id="rId3"/>
    <p:sldId id="296" r:id="rId4"/>
    <p:sldId id="297" r:id="rId5"/>
    <p:sldId id="298" r:id="rId6"/>
    <p:sldId id="299" r:id="rId7"/>
    <p:sldId id="300" r:id="rId8"/>
    <p:sldId id="29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BCE"/>
    <a:srgbClr val="54A3D8"/>
    <a:srgbClr val="63CDDF"/>
    <a:srgbClr val="F57041"/>
    <a:srgbClr val="F46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5F00A-51B7-4331-8B21-77675F9FED1E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8AACF-F7CE-4699-9710-58C08EA487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76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75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37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8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2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32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/>
          <a:lstStyle>
            <a:lvl1pPr algn="ct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0" y="6322573"/>
            <a:ext cx="506018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862901F9-C394-4AD0-8AC1-89113BB305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33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6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9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3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00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51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44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F6DD7-9C94-BFD2-A85A-E0F30928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моделирования и исследования систем подводных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257835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DC1DF6-4AE0-BE75-E5EE-D11980BF0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Запись данных в файл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7B18AA9-C3D6-0559-73BF-591BF7E0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EF002B-0EA8-9FF2-5630-767D67BFE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82" y="939426"/>
            <a:ext cx="8796151" cy="363257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0000CFF-0456-488D-1F4E-8292350F9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7440" y="2321060"/>
            <a:ext cx="2402828" cy="418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34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Запись данных в файл в </a:t>
            </a:r>
            <a:r>
              <a:rPr lang="en-US" dirty="0"/>
              <a:t>Simulink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6EB71D-7978-A973-94B9-CB4DA5323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04" y="1011047"/>
            <a:ext cx="5778802" cy="23748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98BEAA-517F-90E5-407F-BE7570ECC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956" y="879734"/>
            <a:ext cx="4418854" cy="58127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B04BF2F-DB10-4E90-E20F-79448A36E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04" y="3385897"/>
            <a:ext cx="5938452" cy="1888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721ABA-95AA-0A44-913A-9BE0E86F7CB5}"/>
              </a:ext>
            </a:extLst>
          </p:cNvPr>
          <p:cNvSpPr txBox="1"/>
          <p:nvPr/>
        </p:nvSpPr>
        <p:spPr>
          <a:xfrm>
            <a:off x="838200" y="5602493"/>
            <a:ext cx="5005035" cy="646331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При сохранении в виде массива в первой строке сохраняются секунды модельного времени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C6AC7BDA-D5CF-F450-F05C-A21519B7CA33}"/>
              </a:ext>
            </a:extLst>
          </p:cNvPr>
          <p:cNvCxnSpPr>
            <a:cxnSpLocks/>
          </p:cNvCxnSpPr>
          <p:nvPr/>
        </p:nvCxnSpPr>
        <p:spPr>
          <a:xfrm flipH="1" flipV="1">
            <a:off x="838200" y="4496586"/>
            <a:ext cx="359004" cy="110590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052BEBE5-F92A-5F40-55EC-4F418CA9DEF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843235" y="5015060"/>
            <a:ext cx="1679355" cy="91059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073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28F0ADD-3A22-08EF-86A0-89C05A1E3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25" y="1045949"/>
            <a:ext cx="4417918" cy="181558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Запись данных в файл в </a:t>
            </a:r>
            <a:r>
              <a:rPr lang="en-US" dirty="0"/>
              <a:t>Simulink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F09D3BD-E9E2-941C-2C54-F5451E18C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8" y="2790327"/>
            <a:ext cx="2401423" cy="378643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944C7E-0DA0-D97B-A656-92972537F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774" y="1093787"/>
            <a:ext cx="4301036" cy="563297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ACC1FB-5C03-F76E-64BD-F2965AD23334}"/>
              </a:ext>
            </a:extLst>
          </p:cNvPr>
          <p:cNvSpPr txBox="1"/>
          <p:nvPr/>
        </p:nvSpPr>
        <p:spPr>
          <a:xfrm>
            <a:off x="3478490" y="3685874"/>
            <a:ext cx="3370717" cy="1200329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При сохранении в виде временной последовательности данные</a:t>
            </a:r>
            <a:r>
              <a:rPr lang="en-US" dirty="0"/>
              <a:t> </a:t>
            </a:r>
            <a:r>
              <a:rPr lang="ru-RU" dirty="0"/>
              <a:t>сохраняются в формате </a:t>
            </a:r>
            <a:r>
              <a:rPr lang="en-US" dirty="0"/>
              <a:t>timeseries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0E2EFA9-9DB7-0AC7-4A87-D59E0DE9F53C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300140" y="4044099"/>
            <a:ext cx="1178350" cy="24194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F36C49A-2B5E-21CF-58B2-90F2A2253EA2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6849207" y="4286039"/>
            <a:ext cx="1333259" cy="72679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30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F2E-8A31-688D-903F-8CAE90E2E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0A07A4-554F-7E5F-3400-071E74C3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21" y="365125"/>
            <a:ext cx="11127557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Запись данных в переменные </a:t>
            </a:r>
            <a:r>
              <a:rPr lang="en-US" dirty="0"/>
              <a:t>Workspace</a:t>
            </a:r>
            <a:r>
              <a:rPr lang="ru-RU" dirty="0"/>
              <a:t> в </a:t>
            </a:r>
            <a:r>
              <a:rPr lang="en-US" dirty="0"/>
              <a:t>Simulink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3D40C69-A171-5A8F-ACDE-6049A057C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4FB064-4673-7370-5DC2-89C86D21E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21" y="1237727"/>
            <a:ext cx="6076950" cy="23145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10FA31-030D-928D-E1D5-F1DE260BF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531" y="1195997"/>
            <a:ext cx="4460216" cy="549170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D5B85BC-6DC5-81B5-FF7A-C18A5A7E8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822" y="2634581"/>
            <a:ext cx="3722250" cy="4053117"/>
          </a:xfrm>
          <a:prstGeom prst="rect">
            <a:avLst/>
          </a:prstGeom>
        </p:spPr>
      </p:pic>
      <p:sp>
        <p:nvSpPr>
          <p:cNvPr id="17" name="Скругленный прямоугольник 5">
            <a:extLst>
              <a:ext uri="{FF2B5EF4-FFF2-40B4-BE49-F238E27FC236}">
                <a16:creationId xmlns:a16="http://schemas.microsoft.com/office/drawing/2014/main" id="{66A3118A-66CC-48E2-E95A-88C0996EB95F}"/>
              </a:ext>
            </a:extLst>
          </p:cNvPr>
          <p:cNvSpPr/>
          <p:nvPr/>
        </p:nvSpPr>
        <p:spPr>
          <a:xfrm>
            <a:off x="7920883" y="4446179"/>
            <a:ext cx="3504404" cy="26379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584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ED0F6-0F3F-6FAA-643A-71261ED8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05E238-F822-EBDB-58CC-767F32148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21" y="365125"/>
            <a:ext cx="11127557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Запись данных в переменные </a:t>
            </a:r>
            <a:r>
              <a:rPr lang="en-US" dirty="0"/>
              <a:t>Workspace</a:t>
            </a:r>
            <a:r>
              <a:rPr lang="ru-RU" dirty="0"/>
              <a:t> в </a:t>
            </a:r>
            <a:r>
              <a:rPr lang="en-US" dirty="0"/>
              <a:t>Simulink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6276034-D668-E560-2006-89B6E47A2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9C593F-412B-6295-25E4-E9AA30A9A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11" y="967154"/>
            <a:ext cx="6067425" cy="23050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6E85D15-C874-7A55-64C4-834166F91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702" y="1047155"/>
            <a:ext cx="4678108" cy="561373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7A308A6-3BEE-1C46-94E9-B63E8DDE9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841" y="2463463"/>
            <a:ext cx="3608853" cy="4197422"/>
          </a:xfrm>
          <a:prstGeom prst="rect">
            <a:avLst/>
          </a:prstGeom>
        </p:spPr>
      </p:pic>
      <p:sp>
        <p:nvSpPr>
          <p:cNvPr id="14" name="Скругленный прямоугольник 5">
            <a:extLst>
              <a:ext uri="{FF2B5EF4-FFF2-40B4-BE49-F238E27FC236}">
                <a16:creationId xmlns:a16="http://schemas.microsoft.com/office/drawing/2014/main" id="{E4B9B92C-B1CD-7926-7FDB-996F322734C2}"/>
              </a:ext>
            </a:extLst>
          </p:cNvPr>
          <p:cNvSpPr/>
          <p:nvPr/>
        </p:nvSpPr>
        <p:spPr>
          <a:xfrm>
            <a:off x="7805867" y="4481228"/>
            <a:ext cx="3675980" cy="26379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298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F5391-01FA-8965-B274-B036FAB29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59026E-44F3-00B9-8EF1-64423AE2C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83" y="967154"/>
            <a:ext cx="5545728" cy="431558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87FF8A-0FDE-8D83-3E61-1E62CB2A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756" y="2015637"/>
            <a:ext cx="6812062" cy="467206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539BF-3C04-D0A7-158C-F7267D3CC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21" y="365125"/>
            <a:ext cx="11127557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Запись данных в документ </a:t>
            </a:r>
            <a:r>
              <a:rPr lang="en-US" dirty="0"/>
              <a:t>Word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944920B-EE7D-64D5-2F4D-18A17796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B01A3-5C8A-C34D-7334-DCF025A4BDB7}"/>
              </a:ext>
            </a:extLst>
          </p:cNvPr>
          <p:cNvSpPr txBox="1"/>
          <p:nvPr/>
        </p:nvSpPr>
        <p:spPr>
          <a:xfrm>
            <a:off x="8257881" y="967154"/>
            <a:ext cx="3601938" cy="2062103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600" dirty="0"/>
              <a:t>Использование </a:t>
            </a:r>
            <a:r>
              <a:rPr lang="en-US" sz="1600" dirty="0" err="1"/>
              <a:t>actxserver</a:t>
            </a:r>
            <a:r>
              <a:rPr lang="en-US" sz="1600" dirty="0"/>
              <a:t> </a:t>
            </a:r>
            <a:r>
              <a:rPr lang="ru-RU" sz="1600" dirty="0"/>
              <a:t>позволяет получить доступ к встроенному функционалу других приложений. Например, можно использовать </a:t>
            </a:r>
            <a:r>
              <a:rPr lang="en-US" sz="1600" dirty="0"/>
              <a:t>Microsoft VBA </a:t>
            </a:r>
            <a:r>
              <a:rPr lang="ru-RU" sz="1600" dirty="0"/>
              <a:t>для </a:t>
            </a:r>
            <a:r>
              <a:rPr lang="en-US" sz="1600" dirty="0"/>
              <a:t>Word </a:t>
            </a:r>
            <a:r>
              <a:rPr lang="ru-RU" sz="1600" dirty="0"/>
              <a:t>и </a:t>
            </a:r>
            <a:r>
              <a:rPr lang="en-US" sz="1600" dirty="0"/>
              <a:t>Excel </a:t>
            </a:r>
            <a:r>
              <a:rPr lang="ru-RU" sz="1600" dirty="0"/>
              <a:t>также, как если бы вы писали макросы во встроенных редакторах этих продуктов. 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DBC6F43B-1BF8-31FC-F39C-57B3D184BB3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503736" y="3029257"/>
            <a:ext cx="2555114" cy="123165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622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CCC7-E79F-3AE6-9212-E8DB1038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5CAC8EC-8F2C-BB9E-9B05-382C98C235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5DE7D-8C88-BDD8-DFB2-A0AD4D29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531CD-CF08-C99D-FA61-4AAB801B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042FDA9B-7D1F-2BD1-F1EE-391258C0F112}"/>
              </a:ext>
            </a:extLst>
          </p:cNvPr>
          <p:cNvSpPr txBox="1">
            <a:spLocks/>
          </p:cNvSpPr>
          <p:nvPr/>
        </p:nvSpPr>
        <p:spPr>
          <a:xfrm>
            <a:off x="540062" y="967154"/>
            <a:ext cx="11319756" cy="52483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Реализовать фильтр для обработки в реальном времени данных о широте и долготе с приемника спутниковой навигационной системы (СНС). </a:t>
            </a:r>
          </a:p>
          <a:p>
            <a:pPr marL="0" indent="0">
              <a:buNone/>
            </a:pPr>
            <a:r>
              <a:rPr lang="ru-RU" sz="1800" u="sng" dirty="0">
                <a:latin typeface="Arial" pitchFamily="34" charset="0"/>
                <a:cs typeface="Arial" pitchFamily="34" charset="0"/>
              </a:rPr>
              <a:t>Требования к фильтру:</a:t>
            </a:r>
          </a:p>
          <a:p>
            <a:pPr marL="0" indent="0">
              <a:buNone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-время готовности фильтра к работе не более 10 секунд (приемник СНС выдает данные с частотой 1 с);</a:t>
            </a:r>
          </a:p>
          <a:p>
            <a:pPr marL="0" indent="0">
              <a:buNone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-амплитуда шумов и выбросов в данных после фильтра не должна превышать 0,1 м.</a:t>
            </a:r>
          </a:p>
          <a:p>
            <a:pPr marL="0" indent="0">
              <a:buNone/>
            </a:pPr>
            <a:r>
              <a:rPr lang="ru-RU" sz="1800" u="sng" dirty="0">
                <a:latin typeface="Arial" pitchFamily="34" charset="0"/>
                <a:cs typeface="Arial" pitchFamily="34" charset="0"/>
              </a:rPr>
              <a:t>Исходные данные:</a:t>
            </a:r>
          </a:p>
          <a:p>
            <a:pPr marL="0" indent="0">
              <a:buNone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В папке с файлами находятся записи работы приемника СНС в различных условиях в пределах города Москва. Каждый файл содержит три столбца: время записи, широта и долгота с приемника СНС в этот момент времени.</a:t>
            </a:r>
          </a:p>
          <a:p>
            <a:pPr marL="0" indent="0">
              <a:buNone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Четные номера в списке используют файлы номер 2,4,6,8,10;</a:t>
            </a:r>
          </a:p>
          <a:p>
            <a:pPr marL="0" indent="0">
              <a:buNone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Нечетные номера в списке используют файлы номер 1,3,5,7,9.</a:t>
            </a:r>
          </a:p>
          <a:p>
            <a:pPr marL="0" indent="0">
              <a:buNone/>
            </a:pPr>
            <a:r>
              <a:rPr lang="ru-RU" sz="1800" u="sng" dirty="0">
                <a:latin typeface="Arial" pitchFamily="34" charset="0"/>
                <a:cs typeface="Arial" pitchFamily="34" charset="0"/>
              </a:rPr>
              <a:t>Подсказки:</a:t>
            </a:r>
          </a:p>
          <a:p>
            <a:pPr marL="0" indent="0">
              <a:buNone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-используйте алгоритм проведения исследований и свои предыдущие наработки;</a:t>
            </a:r>
          </a:p>
          <a:p>
            <a:pPr marL="0" indent="0">
              <a:buNone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-результатом работы является не только алгоритм фильтра, но и доказательства его корректной работы на исходных данных;</a:t>
            </a:r>
          </a:p>
          <a:p>
            <a:pPr marL="0" indent="0">
              <a:buNone/>
            </a:pPr>
            <a:r>
              <a:rPr lang="ru-RU" sz="1800" dirty="0">
                <a:latin typeface="Arial" pitchFamily="34" charset="0"/>
                <a:cs typeface="Arial" pitchFamily="34" charset="0"/>
              </a:rPr>
              <a:t>-фильтр будет применяться не только на заданных исходных данных, требуется интерфейс для его удобного применения.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12925031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1426</TotalTime>
  <Words>274</Words>
  <Application>Microsoft Office PowerPoint</Application>
  <PresentationFormat>Широкоэкранный</PresentationFormat>
  <Paragraphs>30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Основы моделирования и исследования систем подводных аппаратов</vt:lpstr>
      <vt:lpstr>Запись данных в файл</vt:lpstr>
      <vt:lpstr>Запись данных в файл в Simulink</vt:lpstr>
      <vt:lpstr>Запись данных в файл в Simulink</vt:lpstr>
      <vt:lpstr>Запись данных в переменные Workspace в Simulink</vt:lpstr>
      <vt:lpstr>Запись данных в переменные Workspace в Simulink</vt:lpstr>
      <vt:lpstr>Запись данных в документ Word</vt:lpstr>
      <vt:lpstr>Задача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Анна Сергеевна Ромашко</dc:creator>
  <cp:lastModifiedBy>Анна Сергеевна Ромашко</cp:lastModifiedBy>
  <cp:revision>38</cp:revision>
  <dcterms:created xsi:type="dcterms:W3CDTF">2026-08-31T05:10:56Z</dcterms:created>
  <dcterms:modified xsi:type="dcterms:W3CDTF">2026-09-02T12:08:08Z</dcterms:modified>
</cp:coreProperties>
</file>